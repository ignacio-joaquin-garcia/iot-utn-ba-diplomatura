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CA64369-37F7-4FE1-9EB4-99F18C80178D}">
  <a:tblStyle styleId="{ACA64369-37F7-4FE1-9EB4-99F18C80178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0" Type="http://schemas.openxmlformats.org/officeDocument/2006/relationships/slide" Target="slides/slide23.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1dc602feb89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g1dc602feb89_0_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1dc602feb89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g1dc602feb89_0_1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dc602feb89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g1dc602feb89_0_2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86d626ba6d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g286d626ba6d_0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86d626ba6d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g286d626ba6d_0_1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86d626ba6d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g286d626ba6d_0_1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86d626ba6d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g286d626ba6d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85e6b9114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g285e6b9114e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85e6b9114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g285e6b9114e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86d626ba6d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g286d626ba6d_0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86d626ba6d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g286d626ba6d_0_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286d626ba6d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g286d626ba6d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85e6b9114e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g285e6b9114e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86d626ba6d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g286d626ba6d_0_1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86d626ba6d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2" name="Google Shape;242;g286d626ba6d_0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286d626ba6d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 name="Google Shape;252;g286d626ba6d_0_1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1e873fd589e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1" name="Google Shape;261;g1e873fd589e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1e873fd589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g1e873fd589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1e873fd589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2" name="Google Shape;282;g1e873fd589e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1e873fd589e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1" name="Google Shape;291;g1e873fd589e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286d626ba6d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0" name="Google Shape;300;g286d626ba6d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286d626ba6d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0" name="Google Shape;310;g286d626ba6d_0_1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1e873fd589e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9" name="Google Shape;319;g1e873fd589e_0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8" name="Shape 58"/>
        <p:cNvGrpSpPr/>
        <p:nvPr/>
      </p:nvGrpSpPr>
      <p:grpSpPr>
        <a:xfrm>
          <a:off x="0" y="0"/>
          <a:ext cx="0" cy="0"/>
          <a:chOff x="0" y="0"/>
          <a:chExt cx="0" cy="0"/>
        </a:xfrm>
      </p:grpSpPr>
      <p:sp>
        <p:nvSpPr>
          <p:cNvPr id="59" name="Google Shape;59;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60" name="Google Shape;60;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1600"/>
              </a:spcBef>
              <a:spcAft>
                <a:spcPts val="0"/>
              </a:spcAft>
              <a:buSzPts val="1400"/>
              <a:buChar char="○"/>
              <a:defRPr/>
            </a:lvl2pPr>
            <a:lvl3pPr indent="-317500" lvl="2" marL="1371600" rtl="0" algn="l">
              <a:lnSpc>
                <a:spcPct val="115000"/>
              </a:lnSpc>
              <a:spcBef>
                <a:spcPts val="1600"/>
              </a:spcBef>
              <a:spcAft>
                <a:spcPts val="0"/>
              </a:spcAft>
              <a:buSzPts val="1400"/>
              <a:buChar char="■"/>
              <a:defRPr/>
            </a:lvl3pPr>
            <a:lvl4pPr indent="-317500" lvl="3" marL="1828800" rtl="0" algn="l">
              <a:lnSpc>
                <a:spcPct val="115000"/>
              </a:lnSpc>
              <a:spcBef>
                <a:spcPts val="1600"/>
              </a:spcBef>
              <a:spcAft>
                <a:spcPts val="0"/>
              </a:spcAft>
              <a:buSzPts val="1400"/>
              <a:buChar char="●"/>
              <a:defRPr/>
            </a:lvl4pPr>
            <a:lvl5pPr indent="-317500" lvl="4" marL="2286000" rtl="0" algn="l">
              <a:lnSpc>
                <a:spcPct val="115000"/>
              </a:lnSpc>
              <a:spcBef>
                <a:spcPts val="1600"/>
              </a:spcBef>
              <a:spcAft>
                <a:spcPts val="0"/>
              </a:spcAft>
              <a:buSzPts val="1400"/>
              <a:buChar char="○"/>
              <a:defRPr/>
            </a:lvl5pPr>
            <a:lvl6pPr indent="-317500" lvl="5" marL="2743200" rtl="0" algn="l">
              <a:lnSpc>
                <a:spcPct val="115000"/>
              </a:lnSpc>
              <a:spcBef>
                <a:spcPts val="1600"/>
              </a:spcBef>
              <a:spcAft>
                <a:spcPts val="0"/>
              </a:spcAft>
              <a:buSzPts val="1400"/>
              <a:buChar char="■"/>
              <a:defRPr/>
            </a:lvl6pPr>
            <a:lvl7pPr indent="-317500" lvl="6" marL="3200400" rtl="0" algn="l">
              <a:lnSpc>
                <a:spcPct val="115000"/>
              </a:lnSpc>
              <a:spcBef>
                <a:spcPts val="1600"/>
              </a:spcBef>
              <a:spcAft>
                <a:spcPts val="0"/>
              </a:spcAft>
              <a:buSzPts val="1400"/>
              <a:buChar char="●"/>
              <a:defRPr/>
            </a:lvl7pPr>
            <a:lvl8pPr indent="-317500" lvl="7" marL="3657600" rtl="0" algn="l">
              <a:lnSpc>
                <a:spcPct val="115000"/>
              </a:lnSpc>
              <a:spcBef>
                <a:spcPts val="1600"/>
              </a:spcBef>
              <a:spcAft>
                <a:spcPts val="0"/>
              </a:spcAft>
              <a:buSzPts val="1400"/>
              <a:buChar char="○"/>
              <a:defRPr/>
            </a:lvl8pPr>
            <a:lvl9pPr indent="-317500" lvl="8" marL="4114800" rtl="0" algn="l">
              <a:lnSpc>
                <a:spcPct val="115000"/>
              </a:lnSpc>
              <a:spcBef>
                <a:spcPts val="1600"/>
              </a:spcBef>
              <a:spcAft>
                <a:spcPts val="1600"/>
              </a:spcAft>
              <a:buSzPts val="1400"/>
              <a:buChar char="■"/>
              <a:defRPr/>
            </a:lvl9pPr>
          </a:lstStyle>
          <a:p/>
        </p:txBody>
      </p:sp>
      <p:sp>
        <p:nvSpPr>
          <p:cNvPr id="61" name="Google Shape;61;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2" name="Shape 62"/>
        <p:cNvGrpSpPr/>
        <p:nvPr/>
      </p:nvGrpSpPr>
      <p:grpSpPr>
        <a:xfrm>
          <a:off x="0" y="0"/>
          <a:ext cx="0" cy="0"/>
          <a:chOff x="0" y="0"/>
          <a:chExt cx="0" cy="0"/>
        </a:xfrm>
      </p:grpSpPr>
      <p:sp>
        <p:nvSpPr>
          <p:cNvPr id="63" name="Google Shape;63;p1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3600"/>
              <a:buNone/>
              <a:defRPr sz="3600"/>
            </a:lvl1pPr>
            <a:lvl2pPr lvl="1" rtl="0" algn="ctr">
              <a:lnSpc>
                <a:spcPct val="100000"/>
              </a:lnSpc>
              <a:spcBef>
                <a:spcPts val="0"/>
              </a:spcBef>
              <a:spcAft>
                <a:spcPts val="0"/>
              </a:spcAft>
              <a:buSzPts val="3600"/>
              <a:buNone/>
              <a:defRPr sz="3600"/>
            </a:lvl2pPr>
            <a:lvl3pPr lvl="2" rtl="0" algn="ctr">
              <a:lnSpc>
                <a:spcPct val="100000"/>
              </a:lnSpc>
              <a:spcBef>
                <a:spcPts val="0"/>
              </a:spcBef>
              <a:spcAft>
                <a:spcPts val="0"/>
              </a:spcAft>
              <a:buSzPts val="3600"/>
              <a:buNone/>
              <a:defRPr sz="3600"/>
            </a:lvl3pPr>
            <a:lvl4pPr lvl="3" rtl="0" algn="ctr">
              <a:lnSpc>
                <a:spcPct val="100000"/>
              </a:lnSpc>
              <a:spcBef>
                <a:spcPts val="0"/>
              </a:spcBef>
              <a:spcAft>
                <a:spcPts val="0"/>
              </a:spcAft>
              <a:buSzPts val="3600"/>
              <a:buNone/>
              <a:defRPr sz="3600"/>
            </a:lvl4pPr>
            <a:lvl5pPr lvl="4" rtl="0" algn="ctr">
              <a:lnSpc>
                <a:spcPct val="100000"/>
              </a:lnSpc>
              <a:spcBef>
                <a:spcPts val="0"/>
              </a:spcBef>
              <a:spcAft>
                <a:spcPts val="0"/>
              </a:spcAft>
              <a:buSzPts val="3600"/>
              <a:buNone/>
              <a:defRPr sz="3600"/>
            </a:lvl5pPr>
            <a:lvl6pPr lvl="5" rtl="0" algn="ctr">
              <a:lnSpc>
                <a:spcPct val="100000"/>
              </a:lnSpc>
              <a:spcBef>
                <a:spcPts val="0"/>
              </a:spcBef>
              <a:spcAft>
                <a:spcPts val="0"/>
              </a:spcAft>
              <a:buSzPts val="3600"/>
              <a:buNone/>
              <a:defRPr sz="3600"/>
            </a:lvl6pPr>
            <a:lvl7pPr lvl="6" rtl="0" algn="ctr">
              <a:lnSpc>
                <a:spcPct val="100000"/>
              </a:lnSpc>
              <a:spcBef>
                <a:spcPts val="0"/>
              </a:spcBef>
              <a:spcAft>
                <a:spcPts val="0"/>
              </a:spcAft>
              <a:buSzPts val="3600"/>
              <a:buNone/>
              <a:defRPr sz="3600"/>
            </a:lvl7pPr>
            <a:lvl8pPr lvl="7" rtl="0" algn="ctr">
              <a:lnSpc>
                <a:spcPct val="100000"/>
              </a:lnSpc>
              <a:spcBef>
                <a:spcPts val="0"/>
              </a:spcBef>
              <a:spcAft>
                <a:spcPts val="0"/>
              </a:spcAft>
              <a:buSzPts val="3600"/>
              <a:buNone/>
              <a:defRPr sz="3600"/>
            </a:lvl8pPr>
            <a:lvl9pPr lvl="8" rtl="0" algn="ctr">
              <a:lnSpc>
                <a:spcPct val="100000"/>
              </a:lnSpc>
              <a:spcBef>
                <a:spcPts val="0"/>
              </a:spcBef>
              <a:spcAft>
                <a:spcPts val="0"/>
              </a:spcAft>
              <a:buSzPts val="3600"/>
              <a:buNone/>
              <a:defRPr sz="3600"/>
            </a:lvl9pPr>
          </a:lstStyle>
          <a:p/>
        </p:txBody>
      </p:sp>
      <p:sp>
        <p:nvSpPr>
          <p:cNvPr id="64" name="Google Shape;64;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rtl="0" algn="l">
              <a:lnSpc>
                <a:spcPct val="115000"/>
              </a:lnSpc>
              <a:spcBef>
                <a:spcPts val="0"/>
              </a:spcBef>
              <a:spcAft>
                <a:spcPts val="0"/>
              </a:spcAft>
              <a:buSzPts val="1400"/>
              <a:buChar char="●"/>
              <a:defRPr sz="1400"/>
            </a:lvl1pPr>
            <a:lvl2pPr indent="-304800" lvl="1" marL="914400" rtl="0" algn="l">
              <a:lnSpc>
                <a:spcPct val="115000"/>
              </a:lnSpc>
              <a:spcBef>
                <a:spcPts val="1600"/>
              </a:spcBef>
              <a:spcAft>
                <a:spcPts val="0"/>
              </a:spcAft>
              <a:buSzPts val="1200"/>
              <a:buChar char="○"/>
              <a:defRPr sz="1200"/>
            </a:lvl2pPr>
            <a:lvl3pPr indent="-304800" lvl="2" marL="1371600" rtl="0" algn="l">
              <a:lnSpc>
                <a:spcPct val="115000"/>
              </a:lnSpc>
              <a:spcBef>
                <a:spcPts val="1600"/>
              </a:spcBef>
              <a:spcAft>
                <a:spcPts val="0"/>
              </a:spcAft>
              <a:buSzPts val="1200"/>
              <a:buChar char="■"/>
              <a:defRPr sz="1200"/>
            </a:lvl3pPr>
            <a:lvl4pPr indent="-304800" lvl="3" marL="1828800" rtl="0" algn="l">
              <a:lnSpc>
                <a:spcPct val="115000"/>
              </a:lnSpc>
              <a:spcBef>
                <a:spcPts val="1600"/>
              </a:spcBef>
              <a:spcAft>
                <a:spcPts val="0"/>
              </a:spcAft>
              <a:buSzPts val="1200"/>
              <a:buChar char="●"/>
              <a:defRPr sz="1200"/>
            </a:lvl4pPr>
            <a:lvl5pPr indent="-304800" lvl="4" marL="2286000" rtl="0" algn="l">
              <a:lnSpc>
                <a:spcPct val="115000"/>
              </a:lnSpc>
              <a:spcBef>
                <a:spcPts val="1600"/>
              </a:spcBef>
              <a:spcAft>
                <a:spcPts val="0"/>
              </a:spcAft>
              <a:buSzPts val="1200"/>
              <a:buChar char="○"/>
              <a:defRPr sz="1200"/>
            </a:lvl5pPr>
            <a:lvl6pPr indent="-304800" lvl="5" marL="2743200" rtl="0" algn="l">
              <a:lnSpc>
                <a:spcPct val="115000"/>
              </a:lnSpc>
              <a:spcBef>
                <a:spcPts val="1600"/>
              </a:spcBef>
              <a:spcAft>
                <a:spcPts val="0"/>
              </a:spcAft>
              <a:buSzPts val="1200"/>
              <a:buChar char="■"/>
              <a:defRPr sz="1200"/>
            </a:lvl6pPr>
            <a:lvl7pPr indent="-304800" lvl="6" marL="3200400" rtl="0" algn="l">
              <a:lnSpc>
                <a:spcPct val="115000"/>
              </a:lnSpc>
              <a:spcBef>
                <a:spcPts val="1600"/>
              </a:spcBef>
              <a:spcAft>
                <a:spcPts val="0"/>
              </a:spcAft>
              <a:buSzPts val="1200"/>
              <a:buChar char="●"/>
              <a:defRPr sz="1200"/>
            </a:lvl7pPr>
            <a:lvl8pPr indent="-304800" lvl="7" marL="3657600" rtl="0" algn="l">
              <a:lnSpc>
                <a:spcPct val="115000"/>
              </a:lnSpc>
              <a:spcBef>
                <a:spcPts val="1600"/>
              </a:spcBef>
              <a:spcAft>
                <a:spcPts val="0"/>
              </a:spcAft>
              <a:buSzPts val="1200"/>
              <a:buChar char="○"/>
              <a:defRPr sz="1200"/>
            </a:lvl8pPr>
            <a:lvl9pPr indent="-304800" lvl="8" marL="4114800" rtl="0" algn="l">
              <a:lnSpc>
                <a:spcPct val="115000"/>
              </a:lnSpc>
              <a:spcBef>
                <a:spcPts val="1600"/>
              </a:spcBef>
              <a:spcAft>
                <a:spcPts val="160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rtl="0" algn="l">
              <a:lnSpc>
                <a:spcPct val="115000"/>
              </a:lnSpc>
              <a:spcBef>
                <a:spcPts val="0"/>
              </a:spcBef>
              <a:spcAft>
                <a:spcPts val="0"/>
              </a:spcAft>
              <a:buSzPts val="1400"/>
              <a:buChar char="●"/>
              <a:defRPr sz="1400"/>
            </a:lvl1pPr>
            <a:lvl2pPr indent="-304800" lvl="1" marL="914400" rtl="0" algn="l">
              <a:lnSpc>
                <a:spcPct val="115000"/>
              </a:lnSpc>
              <a:spcBef>
                <a:spcPts val="1600"/>
              </a:spcBef>
              <a:spcAft>
                <a:spcPts val="0"/>
              </a:spcAft>
              <a:buSzPts val="1200"/>
              <a:buChar char="○"/>
              <a:defRPr sz="1200"/>
            </a:lvl2pPr>
            <a:lvl3pPr indent="-304800" lvl="2" marL="1371600" rtl="0" algn="l">
              <a:lnSpc>
                <a:spcPct val="115000"/>
              </a:lnSpc>
              <a:spcBef>
                <a:spcPts val="1600"/>
              </a:spcBef>
              <a:spcAft>
                <a:spcPts val="0"/>
              </a:spcAft>
              <a:buSzPts val="1200"/>
              <a:buChar char="■"/>
              <a:defRPr sz="1200"/>
            </a:lvl3pPr>
            <a:lvl4pPr indent="-304800" lvl="3" marL="1828800" rtl="0" algn="l">
              <a:lnSpc>
                <a:spcPct val="115000"/>
              </a:lnSpc>
              <a:spcBef>
                <a:spcPts val="1600"/>
              </a:spcBef>
              <a:spcAft>
                <a:spcPts val="0"/>
              </a:spcAft>
              <a:buSzPts val="1200"/>
              <a:buChar char="●"/>
              <a:defRPr sz="1200"/>
            </a:lvl4pPr>
            <a:lvl5pPr indent="-304800" lvl="4" marL="2286000" rtl="0" algn="l">
              <a:lnSpc>
                <a:spcPct val="115000"/>
              </a:lnSpc>
              <a:spcBef>
                <a:spcPts val="1600"/>
              </a:spcBef>
              <a:spcAft>
                <a:spcPts val="0"/>
              </a:spcAft>
              <a:buSzPts val="1200"/>
              <a:buChar char="○"/>
              <a:defRPr sz="1200"/>
            </a:lvl5pPr>
            <a:lvl6pPr indent="-304800" lvl="5" marL="2743200" rtl="0" algn="l">
              <a:lnSpc>
                <a:spcPct val="115000"/>
              </a:lnSpc>
              <a:spcBef>
                <a:spcPts val="1600"/>
              </a:spcBef>
              <a:spcAft>
                <a:spcPts val="0"/>
              </a:spcAft>
              <a:buSzPts val="1200"/>
              <a:buChar char="■"/>
              <a:defRPr sz="1200"/>
            </a:lvl6pPr>
            <a:lvl7pPr indent="-304800" lvl="6" marL="3200400" rtl="0" algn="l">
              <a:lnSpc>
                <a:spcPct val="115000"/>
              </a:lnSpc>
              <a:spcBef>
                <a:spcPts val="1600"/>
              </a:spcBef>
              <a:spcAft>
                <a:spcPts val="0"/>
              </a:spcAft>
              <a:buSzPts val="1200"/>
              <a:buChar char="●"/>
              <a:defRPr sz="1200"/>
            </a:lvl7pPr>
            <a:lvl8pPr indent="-304800" lvl="7" marL="3657600" rtl="0" algn="l">
              <a:lnSpc>
                <a:spcPct val="115000"/>
              </a:lnSpc>
              <a:spcBef>
                <a:spcPts val="1600"/>
              </a:spcBef>
              <a:spcAft>
                <a:spcPts val="0"/>
              </a:spcAft>
              <a:buSzPts val="1200"/>
              <a:buChar char="○"/>
              <a:defRPr sz="1200"/>
            </a:lvl8pPr>
            <a:lvl9pPr indent="-304800" lvl="8" marL="4114800" rtl="0" algn="l">
              <a:lnSpc>
                <a:spcPct val="115000"/>
              </a:lnSpc>
              <a:spcBef>
                <a:spcPts val="1600"/>
              </a:spcBef>
              <a:spcAft>
                <a:spcPts val="160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SzPts val="2400"/>
              <a:buNone/>
              <a:defRPr sz="2400"/>
            </a:lvl1pPr>
            <a:lvl2pPr lvl="1" rtl="0" algn="l">
              <a:lnSpc>
                <a:spcPct val="100000"/>
              </a:lnSpc>
              <a:spcBef>
                <a:spcPts val="0"/>
              </a:spcBef>
              <a:spcAft>
                <a:spcPts val="0"/>
              </a:spcAft>
              <a:buSzPts val="2400"/>
              <a:buNone/>
              <a:defRPr sz="2400"/>
            </a:lvl2pPr>
            <a:lvl3pPr lvl="2" rtl="0" algn="l">
              <a:lnSpc>
                <a:spcPct val="100000"/>
              </a:lnSpc>
              <a:spcBef>
                <a:spcPts val="0"/>
              </a:spcBef>
              <a:spcAft>
                <a:spcPts val="0"/>
              </a:spcAft>
              <a:buSzPts val="2400"/>
              <a:buNone/>
              <a:defRPr sz="2400"/>
            </a:lvl3pPr>
            <a:lvl4pPr lvl="3" rtl="0" algn="l">
              <a:lnSpc>
                <a:spcPct val="100000"/>
              </a:lnSpc>
              <a:spcBef>
                <a:spcPts val="0"/>
              </a:spcBef>
              <a:spcAft>
                <a:spcPts val="0"/>
              </a:spcAft>
              <a:buSzPts val="2400"/>
              <a:buNone/>
              <a:defRPr sz="2400"/>
            </a:lvl4pPr>
            <a:lvl5pPr lvl="4" rtl="0" algn="l">
              <a:lnSpc>
                <a:spcPct val="100000"/>
              </a:lnSpc>
              <a:spcBef>
                <a:spcPts val="0"/>
              </a:spcBef>
              <a:spcAft>
                <a:spcPts val="0"/>
              </a:spcAft>
              <a:buSzPts val="2400"/>
              <a:buNone/>
              <a:defRPr sz="2400"/>
            </a:lvl5pPr>
            <a:lvl6pPr lvl="5" rtl="0" algn="l">
              <a:lnSpc>
                <a:spcPct val="100000"/>
              </a:lnSpc>
              <a:spcBef>
                <a:spcPts val="0"/>
              </a:spcBef>
              <a:spcAft>
                <a:spcPts val="0"/>
              </a:spcAft>
              <a:buSzPts val="2400"/>
              <a:buNone/>
              <a:defRPr sz="2400"/>
            </a:lvl6pPr>
            <a:lvl7pPr lvl="6" rtl="0" algn="l">
              <a:lnSpc>
                <a:spcPct val="100000"/>
              </a:lnSpc>
              <a:spcBef>
                <a:spcPts val="0"/>
              </a:spcBef>
              <a:spcAft>
                <a:spcPts val="0"/>
              </a:spcAft>
              <a:buSzPts val="2400"/>
              <a:buNone/>
              <a:defRPr sz="2400"/>
            </a:lvl7pPr>
            <a:lvl8pPr lvl="7" rtl="0" algn="l">
              <a:lnSpc>
                <a:spcPct val="100000"/>
              </a:lnSpc>
              <a:spcBef>
                <a:spcPts val="0"/>
              </a:spcBef>
              <a:spcAft>
                <a:spcPts val="0"/>
              </a:spcAft>
              <a:buSzPts val="2400"/>
              <a:buNone/>
              <a:defRPr sz="2400"/>
            </a:lvl8pPr>
            <a:lvl9pPr lvl="8" rtl="0" algn="l">
              <a:lnSpc>
                <a:spcPct val="100000"/>
              </a:lnSpc>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rtl="0" algn="l">
              <a:lnSpc>
                <a:spcPct val="115000"/>
              </a:lnSpc>
              <a:spcBef>
                <a:spcPts val="0"/>
              </a:spcBef>
              <a:spcAft>
                <a:spcPts val="0"/>
              </a:spcAft>
              <a:buSzPts val="1200"/>
              <a:buChar char="●"/>
              <a:defRPr sz="1200"/>
            </a:lvl1pPr>
            <a:lvl2pPr indent="-304800" lvl="1" marL="914400" rtl="0" algn="l">
              <a:lnSpc>
                <a:spcPct val="115000"/>
              </a:lnSpc>
              <a:spcBef>
                <a:spcPts val="1600"/>
              </a:spcBef>
              <a:spcAft>
                <a:spcPts val="0"/>
              </a:spcAft>
              <a:buSzPts val="1200"/>
              <a:buChar char="○"/>
              <a:defRPr sz="1200"/>
            </a:lvl2pPr>
            <a:lvl3pPr indent="-304800" lvl="2" marL="1371600" rtl="0" algn="l">
              <a:lnSpc>
                <a:spcPct val="115000"/>
              </a:lnSpc>
              <a:spcBef>
                <a:spcPts val="1600"/>
              </a:spcBef>
              <a:spcAft>
                <a:spcPts val="0"/>
              </a:spcAft>
              <a:buSzPts val="1200"/>
              <a:buChar char="■"/>
              <a:defRPr sz="1200"/>
            </a:lvl3pPr>
            <a:lvl4pPr indent="-304800" lvl="3" marL="1828800" rtl="0" algn="l">
              <a:lnSpc>
                <a:spcPct val="115000"/>
              </a:lnSpc>
              <a:spcBef>
                <a:spcPts val="1600"/>
              </a:spcBef>
              <a:spcAft>
                <a:spcPts val="0"/>
              </a:spcAft>
              <a:buSzPts val="1200"/>
              <a:buChar char="●"/>
              <a:defRPr sz="1200"/>
            </a:lvl4pPr>
            <a:lvl5pPr indent="-304800" lvl="4" marL="2286000" rtl="0" algn="l">
              <a:lnSpc>
                <a:spcPct val="115000"/>
              </a:lnSpc>
              <a:spcBef>
                <a:spcPts val="1600"/>
              </a:spcBef>
              <a:spcAft>
                <a:spcPts val="0"/>
              </a:spcAft>
              <a:buSzPts val="1200"/>
              <a:buChar char="○"/>
              <a:defRPr sz="1200"/>
            </a:lvl5pPr>
            <a:lvl6pPr indent="-304800" lvl="5" marL="2743200" rtl="0" algn="l">
              <a:lnSpc>
                <a:spcPct val="115000"/>
              </a:lnSpc>
              <a:spcBef>
                <a:spcPts val="1600"/>
              </a:spcBef>
              <a:spcAft>
                <a:spcPts val="0"/>
              </a:spcAft>
              <a:buSzPts val="1200"/>
              <a:buChar char="■"/>
              <a:defRPr sz="1200"/>
            </a:lvl6pPr>
            <a:lvl7pPr indent="-304800" lvl="6" marL="3200400" rtl="0" algn="l">
              <a:lnSpc>
                <a:spcPct val="115000"/>
              </a:lnSpc>
              <a:spcBef>
                <a:spcPts val="1600"/>
              </a:spcBef>
              <a:spcAft>
                <a:spcPts val="0"/>
              </a:spcAft>
              <a:buSzPts val="1200"/>
              <a:buChar char="●"/>
              <a:defRPr sz="1200"/>
            </a:lvl7pPr>
            <a:lvl8pPr indent="-304800" lvl="7" marL="3657600" rtl="0" algn="l">
              <a:lnSpc>
                <a:spcPct val="115000"/>
              </a:lnSpc>
              <a:spcBef>
                <a:spcPts val="1600"/>
              </a:spcBef>
              <a:spcAft>
                <a:spcPts val="0"/>
              </a:spcAft>
              <a:buSzPts val="1200"/>
              <a:buChar char="○"/>
              <a:defRPr sz="1200"/>
            </a:lvl8pPr>
            <a:lvl9pPr indent="-304800" lvl="8" marL="4114800" rtl="0" algn="l">
              <a:lnSpc>
                <a:spcPct val="115000"/>
              </a:lnSpc>
              <a:spcBef>
                <a:spcPts val="1600"/>
              </a:spcBef>
              <a:spcAft>
                <a:spcPts val="160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rtl="0" algn="l">
              <a:lnSpc>
                <a:spcPct val="100000"/>
              </a:lnSpc>
              <a:spcBef>
                <a:spcPts val="0"/>
              </a:spcBef>
              <a:spcAft>
                <a:spcPts val="0"/>
              </a:spcAft>
              <a:buSzPts val="4800"/>
              <a:buNone/>
              <a:defRPr sz="4800"/>
            </a:lvl1pPr>
            <a:lvl2pPr lvl="1" rtl="0" algn="l">
              <a:lnSpc>
                <a:spcPct val="100000"/>
              </a:lnSpc>
              <a:spcBef>
                <a:spcPts val="0"/>
              </a:spcBef>
              <a:spcAft>
                <a:spcPts val="0"/>
              </a:spcAft>
              <a:buSzPts val="4800"/>
              <a:buNone/>
              <a:defRPr sz="4800"/>
            </a:lvl2pPr>
            <a:lvl3pPr lvl="2" rtl="0" algn="l">
              <a:lnSpc>
                <a:spcPct val="100000"/>
              </a:lnSpc>
              <a:spcBef>
                <a:spcPts val="0"/>
              </a:spcBef>
              <a:spcAft>
                <a:spcPts val="0"/>
              </a:spcAft>
              <a:buSzPts val="4800"/>
              <a:buNone/>
              <a:defRPr sz="4800"/>
            </a:lvl3pPr>
            <a:lvl4pPr lvl="3" rtl="0" algn="l">
              <a:lnSpc>
                <a:spcPct val="100000"/>
              </a:lnSpc>
              <a:spcBef>
                <a:spcPts val="0"/>
              </a:spcBef>
              <a:spcAft>
                <a:spcPts val="0"/>
              </a:spcAft>
              <a:buSzPts val="4800"/>
              <a:buNone/>
              <a:defRPr sz="4800"/>
            </a:lvl4pPr>
            <a:lvl5pPr lvl="4" rtl="0" algn="l">
              <a:lnSpc>
                <a:spcPct val="100000"/>
              </a:lnSpc>
              <a:spcBef>
                <a:spcPts val="0"/>
              </a:spcBef>
              <a:spcAft>
                <a:spcPts val="0"/>
              </a:spcAft>
              <a:buSzPts val="4800"/>
              <a:buNone/>
              <a:defRPr sz="4800"/>
            </a:lvl5pPr>
            <a:lvl6pPr lvl="5" rtl="0" algn="l">
              <a:lnSpc>
                <a:spcPct val="100000"/>
              </a:lnSpc>
              <a:spcBef>
                <a:spcPts val="0"/>
              </a:spcBef>
              <a:spcAft>
                <a:spcPts val="0"/>
              </a:spcAft>
              <a:buSzPts val="4800"/>
              <a:buNone/>
              <a:defRPr sz="4800"/>
            </a:lvl6pPr>
            <a:lvl7pPr lvl="6" rtl="0" algn="l">
              <a:lnSpc>
                <a:spcPct val="100000"/>
              </a:lnSpc>
              <a:spcBef>
                <a:spcPts val="0"/>
              </a:spcBef>
              <a:spcAft>
                <a:spcPts val="0"/>
              </a:spcAft>
              <a:buSzPts val="4800"/>
              <a:buNone/>
              <a:defRPr sz="4800"/>
            </a:lvl7pPr>
            <a:lvl8pPr lvl="7" rtl="0" algn="l">
              <a:lnSpc>
                <a:spcPct val="100000"/>
              </a:lnSpc>
              <a:spcBef>
                <a:spcPts val="0"/>
              </a:spcBef>
              <a:spcAft>
                <a:spcPts val="0"/>
              </a:spcAft>
              <a:buSzPts val="4800"/>
              <a:buNone/>
              <a:defRPr sz="4800"/>
            </a:lvl8pPr>
            <a:lvl9pPr lvl="8" rtl="0" algn="l">
              <a:lnSpc>
                <a:spcPct val="100000"/>
              </a:lnSpc>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4200"/>
              <a:buNone/>
              <a:defRPr sz="4200"/>
            </a:lvl1pPr>
            <a:lvl2pPr lvl="1" rtl="0" algn="ctr">
              <a:lnSpc>
                <a:spcPct val="100000"/>
              </a:lnSpc>
              <a:spcBef>
                <a:spcPts val="0"/>
              </a:spcBef>
              <a:spcAft>
                <a:spcPts val="0"/>
              </a:spcAft>
              <a:buSzPts val="4200"/>
              <a:buNone/>
              <a:defRPr sz="4200"/>
            </a:lvl2pPr>
            <a:lvl3pPr lvl="2" rtl="0" algn="ctr">
              <a:lnSpc>
                <a:spcPct val="100000"/>
              </a:lnSpc>
              <a:spcBef>
                <a:spcPts val="0"/>
              </a:spcBef>
              <a:spcAft>
                <a:spcPts val="0"/>
              </a:spcAft>
              <a:buSzPts val="4200"/>
              <a:buNone/>
              <a:defRPr sz="4200"/>
            </a:lvl3pPr>
            <a:lvl4pPr lvl="3" rtl="0" algn="ctr">
              <a:lnSpc>
                <a:spcPct val="100000"/>
              </a:lnSpc>
              <a:spcBef>
                <a:spcPts val="0"/>
              </a:spcBef>
              <a:spcAft>
                <a:spcPts val="0"/>
              </a:spcAft>
              <a:buSzPts val="4200"/>
              <a:buNone/>
              <a:defRPr sz="4200"/>
            </a:lvl4pPr>
            <a:lvl5pPr lvl="4" rtl="0" algn="ctr">
              <a:lnSpc>
                <a:spcPct val="100000"/>
              </a:lnSpc>
              <a:spcBef>
                <a:spcPts val="0"/>
              </a:spcBef>
              <a:spcAft>
                <a:spcPts val="0"/>
              </a:spcAft>
              <a:buSzPts val="4200"/>
              <a:buNone/>
              <a:defRPr sz="4200"/>
            </a:lvl5pPr>
            <a:lvl6pPr lvl="5" rtl="0" algn="ctr">
              <a:lnSpc>
                <a:spcPct val="100000"/>
              </a:lnSpc>
              <a:spcBef>
                <a:spcPts val="0"/>
              </a:spcBef>
              <a:spcAft>
                <a:spcPts val="0"/>
              </a:spcAft>
              <a:buSzPts val="4200"/>
              <a:buNone/>
              <a:defRPr sz="4200"/>
            </a:lvl6pPr>
            <a:lvl7pPr lvl="6" rtl="0" algn="ctr">
              <a:lnSpc>
                <a:spcPct val="100000"/>
              </a:lnSpc>
              <a:spcBef>
                <a:spcPts val="0"/>
              </a:spcBef>
              <a:spcAft>
                <a:spcPts val="0"/>
              </a:spcAft>
              <a:buSzPts val="4200"/>
              <a:buNone/>
              <a:defRPr sz="4200"/>
            </a:lvl7pPr>
            <a:lvl8pPr lvl="7" rtl="0" algn="ctr">
              <a:lnSpc>
                <a:spcPct val="100000"/>
              </a:lnSpc>
              <a:spcBef>
                <a:spcPts val="0"/>
              </a:spcBef>
              <a:spcAft>
                <a:spcPts val="0"/>
              </a:spcAft>
              <a:buSzPts val="4200"/>
              <a:buNone/>
              <a:defRPr sz="4200"/>
            </a:lvl8pPr>
            <a:lvl9pPr lvl="8" rtl="0" algn="ctr">
              <a:lnSpc>
                <a:spcPct val="100000"/>
              </a:lnSpc>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1600"/>
              </a:spcBef>
              <a:spcAft>
                <a:spcPts val="0"/>
              </a:spcAft>
              <a:buSzPts val="1400"/>
              <a:buChar char="○"/>
              <a:defRPr/>
            </a:lvl2pPr>
            <a:lvl3pPr indent="-317500" lvl="2" marL="1371600" rtl="0" algn="l">
              <a:lnSpc>
                <a:spcPct val="115000"/>
              </a:lnSpc>
              <a:spcBef>
                <a:spcPts val="1600"/>
              </a:spcBef>
              <a:spcAft>
                <a:spcPts val="0"/>
              </a:spcAft>
              <a:buSzPts val="1400"/>
              <a:buChar char="■"/>
              <a:defRPr/>
            </a:lvl3pPr>
            <a:lvl4pPr indent="-317500" lvl="3" marL="1828800" rtl="0" algn="l">
              <a:lnSpc>
                <a:spcPct val="115000"/>
              </a:lnSpc>
              <a:spcBef>
                <a:spcPts val="1600"/>
              </a:spcBef>
              <a:spcAft>
                <a:spcPts val="0"/>
              </a:spcAft>
              <a:buSzPts val="1400"/>
              <a:buChar char="●"/>
              <a:defRPr/>
            </a:lvl4pPr>
            <a:lvl5pPr indent="-317500" lvl="4" marL="2286000" rtl="0" algn="l">
              <a:lnSpc>
                <a:spcPct val="115000"/>
              </a:lnSpc>
              <a:spcBef>
                <a:spcPts val="1600"/>
              </a:spcBef>
              <a:spcAft>
                <a:spcPts val="0"/>
              </a:spcAft>
              <a:buSzPts val="1400"/>
              <a:buChar char="○"/>
              <a:defRPr/>
            </a:lvl5pPr>
            <a:lvl6pPr indent="-317500" lvl="5" marL="2743200" rtl="0" algn="l">
              <a:lnSpc>
                <a:spcPct val="115000"/>
              </a:lnSpc>
              <a:spcBef>
                <a:spcPts val="1600"/>
              </a:spcBef>
              <a:spcAft>
                <a:spcPts val="0"/>
              </a:spcAft>
              <a:buSzPts val="1400"/>
              <a:buChar char="■"/>
              <a:defRPr/>
            </a:lvl6pPr>
            <a:lvl7pPr indent="-317500" lvl="6" marL="3200400" rtl="0" algn="l">
              <a:lnSpc>
                <a:spcPct val="115000"/>
              </a:lnSpc>
              <a:spcBef>
                <a:spcPts val="1600"/>
              </a:spcBef>
              <a:spcAft>
                <a:spcPts val="0"/>
              </a:spcAft>
              <a:buSzPts val="1400"/>
              <a:buChar char="●"/>
              <a:defRPr/>
            </a:lvl7pPr>
            <a:lvl8pPr indent="-317500" lvl="7" marL="3657600" rtl="0" algn="l">
              <a:lnSpc>
                <a:spcPct val="115000"/>
              </a:lnSpc>
              <a:spcBef>
                <a:spcPts val="1600"/>
              </a:spcBef>
              <a:spcAft>
                <a:spcPts val="0"/>
              </a:spcAft>
              <a:buSzPts val="1400"/>
              <a:buChar char="○"/>
              <a:defRPr/>
            </a:lvl8pPr>
            <a:lvl9pPr indent="-317500" lvl="8" marL="4114800" rtl="0" algn="l">
              <a:lnSpc>
                <a:spcPct val="115000"/>
              </a:lnSpc>
              <a:spcBef>
                <a:spcPts val="1600"/>
              </a:spcBef>
              <a:spcAft>
                <a:spcPts val="160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rtl="0" algn="l">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12000"/>
              <a:buNone/>
              <a:defRPr sz="12000"/>
            </a:lvl1pPr>
            <a:lvl2pPr lvl="1" rtl="0" algn="ctr">
              <a:lnSpc>
                <a:spcPct val="100000"/>
              </a:lnSpc>
              <a:spcBef>
                <a:spcPts val="0"/>
              </a:spcBef>
              <a:spcAft>
                <a:spcPts val="0"/>
              </a:spcAft>
              <a:buSzPts val="12000"/>
              <a:buNone/>
              <a:defRPr sz="12000"/>
            </a:lvl2pPr>
            <a:lvl3pPr lvl="2" rtl="0" algn="ctr">
              <a:lnSpc>
                <a:spcPct val="100000"/>
              </a:lnSpc>
              <a:spcBef>
                <a:spcPts val="0"/>
              </a:spcBef>
              <a:spcAft>
                <a:spcPts val="0"/>
              </a:spcAft>
              <a:buSzPts val="12000"/>
              <a:buNone/>
              <a:defRPr sz="12000"/>
            </a:lvl3pPr>
            <a:lvl4pPr lvl="3" rtl="0" algn="ctr">
              <a:lnSpc>
                <a:spcPct val="100000"/>
              </a:lnSpc>
              <a:spcBef>
                <a:spcPts val="0"/>
              </a:spcBef>
              <a:spcAft>
                <a:spcPts val="0"/>
              </a:spcAft>
              <a:buSzPts val="12000"/>
              <a:buNone/>
              <a:defRPr sz="12000"/>
            </a:lvl4pPr>
            <a:lvl5pPr lvl="4" rtl="0" algn="ctr">
              <a:lnSpc>
                <a:spcPct val="100000"/>
              </a:lnSpc>
              <a:spcBef>
                <a:spcPts val="0"/>
              </a:spcBef>
              <a:spcAft>
                <a:spcPts val="0"/>
              </a:spcAft>
              <a:buSzPts val="12000"/>
              <a:buNone/>
              <a:defRPr sz="12000"/>
            </a:lvl5pPr>
            <a:lvl6pPr lvl="5" rtl="0" algn="ctr">
              <a:lnSpc>
                <a:spcPct val="100000"/>
              </a:lnSpc>
              <a:spcBef>
                <a:spcPts val="0"/>
              </a:spcBef>
              <a:spcAft>
                <a:spcPts val="0"/>
              </a:spcAft>
              <a:buSzPts val="12000"/>
              <a:buNone/>
              <a:defRPr sz="12000"/>
            </a:lvl6pPr>
            <a:lvl7pPr lvl="6" rtl="0" algn="ctr">
              <a:lnSpc>
                <a:spcPct val="100000"/>
              </a:lnSpc>
              <a:spcBef>
                <a:spcPts val="0"/>
              </a:spcBef>
              <a:spcAft>
                <a:spcPts val="0"/>
              </a:spcAft>
              <a:buSzPts val="12000"/>
              <a:buNone/>
              <a:defRPr sz="12000"/>
            </a:lvl7pPr>
            <a:lvl8pPr lvl="7" rtl="0" algn="ctr">
              <a:lnSpc>
                <a:spcPct val="100000"/>
              </a:lnSpc>
              <a:spcBef>
                <a:spcPts val="0"/>
              </a:spcBef>
              <a:spcAft>
                <a:spcPts val="0"/>
              </a:spcAft>
              <a:buSzPts val="12000"/>
              <a:buNone/>
              <a:defRPr sz="12000"/>
            </a:lvl8pPr>
            <a:lvl9pPr lvl="8" rtl="0" algn="ctr">
              <a:lnSpc>
                <a:spcPct val="100000"/>
              </a:lnSpc>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rtl="0" algn="ctr">
              <a:lnSpc>
                <a:spcPct val="115000"/>
              </a:lnSpc>
              <a:spcBef>
                <a:spcPts val="0"/>
              </a:spcBef>
              <a:spcAft>
                <a:spcPts val="0"/>
              </a:spcAft>
              <a:buSzPts val="1800"/>
              <a:buChar char="●"/>
              <a:defRPr/>
            </a:lvl1pPr>
            <a:lvl2pPr indent="-317500" lvl="1" marL="914400" rtl="0" algn="ctr">
              <a:lnSpc>
                <a:spcPct val="115000"/>
              </a:lnSpc>
              <a:spcBef>
                <a:spcPts val="1600"/>
              </a:spcBef>
              <a:spcAft>
                <a:spcPts val="0"/>
              </a:spcAft>
              <a:buSzPts val="1400"/>
              <a:buChar char="○"/>
              <a:defRPr/>
            </a:lvl2pPr>
            <a:lvl3pPr indent="-317500" lvl="2" marL="1371600" rtl="0" algn="ctr">
              <a:lnSpc>
                <a:spcPct val="115000"/>
              </a:lnSpc>
              <a:spcBef>
                <a:spcPts val="1600"/>
              </a:spcBef>
              <a:spcAft>
                <a:spcPts val="0"/>
              </a:spcAft>
              <a:buSzPts val="1400"/>
              <a:buChar char="■"/>
              <a:defRPr/>
            </a:lvl3pPr>
            <a:lvl4pPr indent="-317500" lvl="3" marL="1828800" rtl="0" algn="ctr">
              <a:lnSpc>
                <a:spcPct val="115000"/>
              </a:lnSpc>
              <a:spcBef>
                <a:spcPts val="1600"/>
              </a:spcBef>
              <a:spcAft>
                <a:spcPts val="0"/>
              </a:spcAft>
              <a:buSzPts val="1400"/>
              <a:buChar char="●"/>
              <a:defRPr/>
            </a:lvl4pPr>
            <a:lvl5pPr indent="-317500" lvl="4" marL="2286000" rtl="0" algn="ctr">
              <a:lnSpc>
                <a:spcPct val="115000"/>
              </a:lnSpc>
              <a:spcBef>
                <a:spcPts val="1600"/>
              </a:spcBef>
              <a:spcAft>
                <a:spcPts val="0"/>
              </a:spcAft>
              <a:buSzPts val="1400"/>
              <a:buChar char="○"/>
              <a:defRPr/>
            </a:lvl5pPr>
            <a:lvl6pPr indent="-317500" lvl="5" marL="2743200" rtl="0" algn="ctr">
              <a:lnSpc>
                <a:spcPct val="115000"/>
              </a:lnSpc>
              <a:spcBef>
                <a:spcPts val="1600"/>
              </a:spcBef>
              <a:spcAft>
                <a:spcPts val="0"/>
              </a:spcAft>
              <a:buSzPts val="1400"/>
              <a:buChar char="■"/>
              <a:defRPr/>
            </a:lvl6pPr>
            <a:lvl7pPr indent="-317500" lvl="6" marL="3200400" rtl="0" algn="ctr">
              <a:lnSpc>
                <a:spcPct val="115000"/>
              </a:lnSpc>
              <a:spcBef>
                <a:spcPts val="1600"/>
              </a:spcBef>
              <a:spcAft>
                <a:spcPts val="0"/>
              </a:spcAft>
              <a:buSzPts val="1400"/>
              <a:buChar char="●"/>
              <a:defRPr/>
            </a:lvl7pPr>
            <a:lvl8pPr indent="-317500" lvl="7" marL="3657600" rtl="0" algn="ctr">
              <a:lnSpc>
                <a:spcPct val="115000"/>
              </a:lnSpc>
              <a:spcBef>
                <a:spcPts val="1600"/>
              </a:spcBef>
              <a:spcAft>
                <a:spcPts val="0"/>
              </a:spcAft>
              <a:buSzPts val="1400"/>
              <a:buChar char="○"/>
              <a:defRPr/>
            </a:lvl8pPr>
            <a:lvl9pPr indent="-317500" lvl="8" marL="4114800" rtl="0" algn="ctr">
              <a:lnSpc>
                <a:spcPct val="115000"/>
              </a:lnSpc>
              <a:spcBef>
                <a:spcPts val="1600"/>
              </a:spcBef>
              <a:spcAft>
                <a:spcPts val="160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4.jp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hyperlink" Target="https://www.raspberrypi.com/software/operating-systems/" TargetMode="External"/><Relationship Id="rId5" Type="http://schemas.openxmlformats.org/officeDocument/2006/relationships/hyperlink" Target="https://pi.processing.org/get-started/"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hyperlink" Target="https://www.raspberrypi.com/software/"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4.jp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hyperlink" Target="https://pypi.org/project/RPi.GPIO/" TargetMode="External"/><Relationship Id="rId5" Type="http://schemas.openxmlformats.org/officeDocument/2006/relationships/hyperlink" Target="https://sourceforge.net/p/raspberry-gpio-python/wiki/Examples/"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hyperlink" Target="https://sourceforge.net/p/raspberry-gpio-python/wiki/PWM/"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4.jp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3.png"/><Relationship Id="rId4" Type="http://schemas.openxmlformats.org/officeDocument/2006/relationships/hyperlink" Target="https://pi.processing.org/reference/"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id="99" name="Google Shape;99;p25"/>
          <p:cNvPicPr preferRelativeResize="0"/>
          <p:nvPr/>
        </p:nvPicPr>
        <p:blipFill rotWithShape="1">
          <a:blip r:embed="rId3">
            <a:alphaModFix/>
          </a:blip>
          <a:srcRect b="0" l="0" r="0" t="0"/>
          <a:stretch/>
        </p:blipFill>
        <p:spPr>
          <a:xfrm>
            <a:off x="6927800" y="4643150"/>
            <a:ext cx="2095500" cy="390525"/>
          </a:xfrm>
          <a:prstGeom prst="rect">
            <a:avLst/>
          </a:prstGeom>
          <a:noFill/>
          <a:ln>
            <a:noFill/>
          </a:ln>
        </p:spPr>
      </p:pic>
      <p:pic>
        <p:nvPicPr>
          <p:cNvPr id="100" name="Google Shape;100;p25"/>
          <p:cNvPicPr preferRelativeResize="0"/>
          <p:nvPr/>
        </p:nvPicPr>
        <p:blipFill rotWithShape="1">
          <a:blip r:embed="rId4">
            <a:alphaModFix/>
          </a:blip>
          <a:srcRect b="7144" l="2735" r="6701" t="27251"/>
          <a:stretch/>
        </p:blipFill>
        <p:spPr>
          <a:xfrm>
            <a:off x="0" y="0"/>
            <a:ext cx="9144000" cy="4415429"/>
          </a:xfrm>
          <a:prstGeom prst="rect">
            <a:avLst/>
          </a:prstGeom>
          <a:noFill/>
          <a:ln>
            <a:noFill/>
          </a:ln>
        </p:spPr>
      </p:pic>
      <p:sp>
        <p:nvSpPr>
          <p:cNvPr id="101" name="Google Shape;101;p25"/>
          <p:cNvSpPr/>
          <p:nvPr/>
        </p:nvSpPr>
        <p:spPr>
          <a:xfrm>
            <a:off x="0" y="0"/>
            <a:ext cx="7429500" cy="4415425"/>
          </a:xfrm>
          <a:prstGeom prst="flowChartInputOutput">
            <a:avLst/>
          </a:prstGeom>
          <a:solidFill>
            <a:srgbClr val="BC182C">
              <a:alpha val="6235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25"/>
          <p:cNvSpPr txBox="1"/>
          <p:nvPr>
            <p:ph type="ctrTitle"/>
          </p:nvPr>
        </p:nvSpPr>
        <p:spPr>
          <a:xfrm>
            <a:off x="1093800" y="2051950"/>
            <a:ext cx="5429100" cy="1413900"/>
          </a:xfrm>
          <a:prstGeom prst="rect">
            <a:avLst/>
          </a:prstGeom>
          <a:noFill/>
          <a:ln>
            <a:noFill/>
          </a:ln>
        </p:spPr>
        <p:txBody>
          <a:bodyPr anchorCtr="0" anchor="b"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b="1" lang="en-GB" sz="2900">
                <a:solidFill>
                  <a:schemeClr val="lt1"/>
                </a:solidFill>
              </a:rPr>
              <a:t>Raspberry Pi: Una placa avanzada con comunicaciones incluida</a:t>
            </a:r>
            <a:endParaRPr b="1" sz="2900">
              <a:solidFill>
                <a:schemeClr val="lt1"/>
              </a:solidFill>
            </a:endParaRPr>
          </a:p>
        </p:txBody>
      </p:sp>
      <p:sp>
        <p:nvSpPr>
          <p:cNvPr id="103" name="Google Shape;103;p25"/>
          <p:cNvSpPr txBox="1"/>
          <p:nvPr>
            <p:ph type="ctrTitle"/>
          </p:nvPr>
        </p:nvSpPr>
        <p:spPr>
          <a:xfrm>
            <a:off x="1093800" y="1575225"/>
            <a:ext cx="5340000" cy="390600"/>
          </a:xfrm>
          <a:prstGeom prst="rect">
            <a:avLst/>
          </a:prstGeom>
          <a:noFill/>
          <a:ln>
            <a:noFill/>
          </a:ln>
        </p:spPr>
        <p:txBody>
          <a:bodyPr anchorCtr="0" anchor="b"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n-GB" sz="1800" u="sng">
                <a:solidFill>
                  <a:schemeClr val="lt1"/>
                </a:solidFill>
              </a:rPr>
              <a:t>Unidad 7</a:t>
            </a:r>
            <a:endParaRPr sz="1800" u="sng">
              <a:solidFill>
                <a:schemeClr val="lt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6"/>
          <p:cNvPicPr preferRelativeResize="0"/>
          <p:nvPr/>
        </p:nvPicPr>
        <p:blipFill rotWithShape="1">
          <a:blip r:embed="rId3">
            <a:alphaModFix/>
          </a:blip>
          <a:srcRect b="4050" l="0" r="0" t="12442"/>
          <a:stretch/>
        </p:blipFill>
        <p:spPr>
          <a:xfrm>
            <a:off x="0" y="0"/>
            <a:ext cx="9144000" cy="5143496"/>
          </a:xfrm>
          <a:prstGeom prst="rect">
            <a:avLst/>
          </a:prstGeom>
          <a:noFill/>
          <a:ln>
            <a:noFill/>
          </a:ln>
        </p:spPr>
      </p:pic>
      <p:sp>
        <p:nvSpPr>
          <p:cNvPr id="109" name="Google Shape;109;p26"/>
          <p:cNvSpPr/>
          <p:nvPr/>
        </p:nvSpPr>
        <p:spPr>
          <a:xfrm>
            <a:off x="0" y="0"/>
            <a:ext cx="9144000" cy="5153100"/>
          </a:xfrm>
          <a:prstGeom prst="rect">
            <a:avLst/>
          </a:prstGeom>
          <a:solidFill>
            <a:srgbClr val="556271">
              <a:alpha val="8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26"/>
          <p:cNvSpPr txBox="1"/>
          <p:nvPr>
            <p:ph idx="4294967295" type="ctrTitle"/>
          </p:nvPr>
        </p:nvSpPr>
        <p:spPr>
          <a:xfrm>
            <a:off x="4368975" y="261625"/>
            <a:ext cx="2850900" cy="390600"/>
          </a:xfrm>
          <a:prstGeom prst="rect">
            <a:avLst/>
          </a:prstGeom>
          <a:noFill/>
          <a:ln>
            <a:noFill/>
          </a:ln>
        </p:spPr>
        <p:txBody>
          <a:bodyPr anchorCtr="0" anchor="t" bIns="91425" lIns="91425" spcFirstLastPara="1" rIns="91425" wrap="square" tIns="91425">
            <a:noAutofit/>
          </a:bodyPr>
          <a:lstStyle/>
          <a:p>
            <a:pPr indent="0" lvl="0" marL="0" marR="0" rtl="0" algn="r">
              <a:lnSpc>
                <a:spcPct val="90000"/>
              </a:lnSpc>
              <a:spcBef>
                <a:spcPts val="0"/>
              </a:spcBef>
              <a:spcAft>
                <a:spcPts val="0"/>
              </a:spcAft>
              <a:buClr>
                <a:schemeClr val="dk1"/>
              </a:buClr>
              <a:buSzPts val="1100"/>
              <a:buFont typeface="Arial"/>
              <a:buNone/>
            </a:pPr>
            <a:r>
              <a:rPr lang="en-GB" sz="1000">
                <a:solidFill>
                  <a:schemeClr val="lt1"/>
                </a:solidFill>
              </a:rPr>
              <a:t>Raspberry Pi: Una placa avanzada con comunicaciones incluida</a:t>
            </a:r>
            <a:endParaRPr sz="1000">
              <a:solidFill>
                <a:schemeClr val="lt1"/>
              </a:solidFill>
            </a:endParaRPr>
          </a:p>
          <a:p>
            <a:pPr indent="0" lvl="0" marL="0" marR="0" rtl="0" algn="l">
              <a:lnSpc>
                <a:spcPct val="90000"/>
              </a:lnSpc>
              <a:spcBef>
                <a:spcPts val="0"/>
              </a:spcBef>
              <a:spcAft>
                <a:spcPts val="0"/>
              </a:spcAft>
              <a:buClr>
                <a:schemeClr val="dk1"/>
              </a:buClr>
              <a:buSzPts val="1100"/>
              <a:buFont typeface="Arial"/>
              <a:buNone/>
            </a:pPr>
            <a:r>
              <a:t/>
            </a:r>
            <a:endParaRPr sz="1000">
              <a:solidFill>
                <a:schemeClr val="lt1"/>
              </a:solidFill>
            </a:endParaRPr>
          </a:p>
          <a:p>
            <a:pPr indent="0" lvl="0" marL="0" marR="0" rtl="0" algn="r">
              <a:lnSpc>
                <a:spcPct val="90000"/>
              </a:lnSpc>
              <a:spcBef>
                <a:spcPts val="0"/>
              </a:spcBef>
              <a:spcAft>
                <a:spcPts val="0"/>
              </a:spcAft>
              <a:buClr>
                <a:schemeClr val="dk1"/>
              </a:buClr>
              <a:buSzPts val="1100"/>
              <a:buFont typeface="Arial"/>
              <a:buNone/>
            </a:pPr>
            <a:r>
              <a:t/>
            </a:r>
            <a:endParaRPr sz="1000">
              <a:solidFill>
                <a:schemeClr val="lt1"/>
              </a:solidFill>
            </a:endParaRPr>
          </a:p>
          <a:p>
            <a:pPr indent="0" lvl="0" marL="0" marR="0" rtl="0" algn="r">
              <a:lnSpc>
                <a:spcPct val="90000"/>
              </a:lnSpc>
              <a:spcBef>
                <a:spcPts val="0"/>
              </a:spcBef>
              <a:spcAft>
                <a:spcPts val="0"/>
              </a:spcAft>
              <a:buClr>
                <a:schemeClr val="dk1"/>
              </a:buClr>
              <a:buSzPts val="1100"/>
              <a:buFont typeface="Arial"/>
              <a:buNone/>
            </a:pPr>
            <a:r>
              <a:t/>
            </a:r>
            <a:endParaRPr sz="1000">
              <a:solidFill>
                <a:schemeClr val="lt1"/>
              </a:solidFill>
            </a:endParaRPr>
          </a:p>
          <a:p>
            <a:pPr indent="0" lvl="0" marL="0" marR="0" rtl="0" algn="r">
              <a:lnSpc>
                <a:spcPct val="90000"/>
              </a:lnSpc>
              <a:spcBef>
                <a:spcPts val="0"/>
              </a:spcBef>
              <a:spcAft>
                <a:spcPts val="0"/>
              </a:spcAft>
              <a:buClr>
                <a:schemeClr val="dk1"/>
              </a:buClr>
              <a:buSzPts val="2800"/>
              <a:buFont typeface="Arial"/>
              <a:buNone/>
            </a:pPr>
            <a:r>
              <a:t/>
            </a:r>
            <a:endParaRPr sz="1000">
              <a:solidFill>
                <a:schemeClr val="lt1"/>
              </a:solidFill>
            </a:endParaRPr>
          </a:p>
        </p:txBody>
      </p:sp>
      <p:cxnSp>
        <p:nvCxnSpPr>
          <p:cNvPr id="111" name="Google Shape;111;p26"/>
          <p:cNvCxnSpPr/>
          <p:nvPr/>
        </p:nvCxnSpPr>
        <p:spPr>
          <a:xfrm flipH="1">
            <a:off x="7259850" y="309275"/>
            <a:ext cx="132000" cy="272100"/>
          </a:xfrm>
          <a:prstGeom prst="straightConnector1">
            <a:avLst/>
          </a:prstGeom>
          <a:noFill/>
          <a:ln cap="flat" cmpd="sng" w="9525">
            <a:solidFill>
              <a:schemeClr val="lt1"/>
            </a:solidFill>
            <a:prstDash val="solid"/>
            <a:round/>
            <a:headEnd len="sm" w="sm" type="none"/>
            <a:tailEnd len="sm" w="sm" type="none"/>
          </a:ln>
        </p:spPr>
      </p:cxnSp>
      <p:pic>
        <p:nvPicPr>
          <p:cNvPr id="112" name="Google Shape;112;p26"/>
          <p:cNvPicPr preferRelativeResize="0"/>
          <p:nvPr/>
        </p:nvPicPr>
        <p:blipFill rotWithShape="1">
          <a:blip r:embed="rId4">
            <a:alphaModFix/>
          </a:blip>
          <a:srcRect b="0" l="0" r="0" t="0"/>
          <a:stretch/>
        </p:blipFill>
        <p:spPr>
          <a:xfrm>
            <a:off x="7522238" y="256888"/>
            <a:ext cx="1362075" cy="400050"/>
          </a:xfrm>
          <a:prstGeom prst="rect">
            <a:avLst/>
          </a:prstGeom>
          <a:noFill/>
          <a:ln>
            <a:noFill/>
          </a:ln>
        </p:spPr>
      </p:pic>
      <p:sp>
        <p:nvSpPr>
          <p:cNvPr id="113" name="Google Shape;113;p26"/>
          <p:cNvSpPr txBox="1"/>
          <p:nvPr>
            <p:ph idx="4294967295" type="ctrTitle"/>
          </p:nvPr>
        </p:nvSpPr>
        <p:spPr>
          <a:xfrm>
            <a:off x="1086150" y="2041427"/>
            <a:ext cx="5429100" cy="969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lang="en-GB" sz="2600">
                <a:solidFill>
                  <a:schemeClr val="lt1"/>
                </a:solidFill>
              </a:rPr>
              <a:t>Raspberry PI: ¿Qué es y como vamos a utilizarla?</a:t>
            </a:r>
            <a:endParaRPr b="1" sz="2600">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cxnSp>
        <p:nvCxnSpPr>
          <p:cNvPr id="118" name="Google Shape;118;p27"/>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119" name="Google Shape;119;p27"/>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120" name="Google Shape;120;p27"/>
          <p:cNvSpPr txBox="1"/>
          <p:nvPr/>
        </p:nvSpPr>
        <p:spPr>
          <a:xfrm>
            <a:off x="554400" y="1441050"/>
            <a:ext cx="8035200" cy="22614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chemeClr val="dk1"/>
              </a:buClr>
              <a:buSzPts val="1100"/>
              <a:buFont typeface="Arial"/>
              <a:buNone/>
            </a:pPr>
            <a:r>
              <a:rPr lang="en-GB" sz="1600">
                <a:solidFill>
                  <a:srgbClr val="556271"/>
                </a:solidFill>
              </a:rPr>
              <a:t>Raspberry Pi es una computadora personal conocida por su tamaño y precio pequeños (en </a:t>
            </a:r>
            <a:r>
              <a:rPr lang="en-GB" sz="1600">
                <a:solidFill>
                  <a:srgbClr val="556271"/>
                </a:solidFill>
              </a:rPr>
              <a:t>comparación</a:t>
            </a:r>
            <a:r>
              <a:rPr lang="en-GB" sz="1600">
                <a:solidFill>
                  <a:srgbClr val="556271"/>
                </a:solidFill>
              </a:rPr>
              <a:t> con otros dispositivos de </a:t>
            </a:r>
            <a:r>
              <a:rPr lang="en-GB" sz="1600">
                <a:solidFill>
                  <a:srgbClr val="556271"/>
                </a:solidFill>
              </a:rPr>
              <a:t>computación</a:t>
            </a:r>
            <a:r>
              <a:rPr lang="en-GB" sz="1600">
                <a:solidFill>
                  <a:srgbClr val="556271"/>
                </a:solidFill>
              </a:rPr>
              <a:t>). </a:t>
            </a:r>
            <a:r>
              <a:rPr lang="en-GB" sz="1600">
                <a:solidFill>
                  <a:srgbClr val="556271"/>
                </a:solidFill>
              </a:rPr>
              <a:t>Si bien carece de expansion de RAM o entradas para CD, DVD, y discos rigidos, provee entradas USB para conectar dispositivos, un puerto Ethernet y HDMI, e incluso conectores para audio. </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rPr lang="en-GB" sz="1600">
                <a:solidFill>
                  <a:srgbClr val="556271"/>
                </a:solidFill>
              </a:rPr>
              <a:t>El diseño de raspberry PI es iniciado como una plataforma para la </a:t>
            </a:r>
            <a:r>
              <a:rPr lang="en-GB" sz="1600">
                <a:solidFill>
                  <a:srgbClr val="556271"/>
                </a:solidFill>
              </a:rPr>
              <a:t>exploración</a:t>
            </a:r>
            <a:r>
              <a:rPr lang="en-GB" sz="1600">
                <a:solidFill>
                  <a:srgbClr val="556271"/>
                </a:solidFill>
              </a:rPr>
              <a:t> de conceptos de </a:t>
            </a:r>
            <a:r>
              <a:rPr lang="en-GB" sz="1600">
                <a:solidFill>
                  <a:srgbClr val="556271"/>
                </a:solidFill>
              </a:rPr>
              <a:t>computación</a:t>
            </a:r>
            <a:r>
              <a:rPr lang="en-GB" sz="1600">
                <a:solidFill>
                  <a:srgbClr val="556271"/>
                </a:solidFill>
              </a:rPr>
              <a:t> personal a </a:t>
            </a:r>
            <a:r>
              <a:rPr lang="en-GB" sz="1600">
                <a:solidFill>
                  <a:srgbClr val="556271"/>
                </a:solidFill>
              </a:rPr>
              <a:t>través</a:t>
            </a:r>
            <a:r>
              <a:rPr lang="en-GB" sz="1600">
                <a:solidFill>
                  <a:srgbClr val="556271"/>
                </a:solidFill>
              </a:rPr>
              <a:t> de un producto sencillo y “barato” capaz de interactuar con elementos de hardware (p.e., motores, displays, sensores).</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a:p>
            <a:pPr indent="0" lvl="0" marL="0" rtl="0" algn="l">
              <a:lnSpc>
                <a:spcPct val="130000"/>
              </a:lnSpc>
              <a:spcBef>
                <a:spcPts val="0"/>
              </a:spcBef>
              <a:spcAft>
                <a:spcPts val="0"/>
              </a:spcAft>
              <a:buClr>
                <a:schemeClr val="dk1"/>
              </a:buClr>
              <a:buSzPts val="1100"/>
              <a:buFont typeface="Arial"/>
              <a:buNone/>
            </a:pPr>
            <a:r>
              <a:t/>
            </a:r>
            <a:endParaRPr sz="1600">
              <a:solidFill>
                <a:srgbClr val="556271"/>
              </a:solidFill>
            </a:endParaRPr>
          </a:p>
          <a:p>
            <a:pPr indent="0" lvl="0" marL="0" rtl="0" algn="l">
              <a:lnSpc>
                <a:spcPct val="130000"/>
              </a:lnSpc>
              <a:spcBef>
                <a:spcPts val="0"/>
              </a:spcBef>
              <a:spcAft>
                <a:spcPts val="0"/>
              </a:spcAft>
              <a:buClr>
                <a:schemeClr val="dk1"/>
              </a:buClr>
              <a:buSzPts val="1100"/>
              <a:buFont typeface="Arial"/>
              <a:buNone/>
            </a:pPr>
            <a:r>
              <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p:txBody>
      </p:sp>
      <p:sp>
        <p:nvSpPr>
          <p:cNvPr id="121" name="Google Shape;121;p27"/>
          <p:cNvSpPr txBox="1"/>
          <p:nvPr/>
        </p:nvSpPr>
        <p:spPr>
          <a:xfrm>
            <a:off x="326450" y="242575"/>
            <a:ext cx="38388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rPr b="1" lang="en-GB" sz="3000">
                <a:solidFill>
                  <a:srgbClr val="434343"/>
                </a:solidFill>
              </a:rPr>
              <a:t>RPi: ¿</a:t>
            </a:r>
            <a:r>
              <a:rPr b="1" lang="en-GB" sz="3000">
                <a:solidFill>
                  <a:srgbClr val="434343"/>
                </a:solidFill>
              </a:rPr>
              <a:t>Qué</a:t>
            </a:r>
            <a:r>
              <a:rPr b="1" lang="en-GB" sz="3000">
                <a:solidFill>
                  <a:srgbClr val="434343"/>
                </a:solidFill>
              </a:rPr>
              <a:t> es?</a:t>
            </a:r>
            <a:endParaRPr b="1" sz="3000">
              <a:solidFill>
                <a:srgbClr val="434343"/>
              </a:solidFill>
            </a:endParaRPr>
          </a:p>
        </p:txBody>
      </p:sp>
      <p:sp>
        <p:nvSpPr>
          <p:cNvPr id="122" name="Google Shape;122;p27"/>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n-GB" sz="700">
                <a:solidFill>
                  <a:srgbClr val="556271"/>
                </a:solidFill>
              </a:rPr>
              <a:t>Interfaces Gráficas y Procesamiento de Datos  / Módulo 2 / Unidad 3  / Raspberry Pi: Una placa avanzada con comunicaciones incluida</a:t>
            </a:r>
            <a:endParaRPr sz="700">
              <a:solidFill>
                <a:srgbClr val="556271"/>
              </a:solidFill>
            </a:endParaRPr>
          </a:p>
          <a:p>
            <a:pPr indent="0" lvl="0" marL="0" rtl="0" algn="r">
              <a:lnSpc>
                <a:spcPct val="90000"/>
              </a:lnSpc>
              <a:spcBef>
                <a:spcPts val="0"/>
              </a:spcBef>
              <a:spcAft>
                <a:spcPts val="0"/>
              </a:spcAft>
              <a:buNone/>
            </a:pPr>
            <a:r>
              <a:t/>
            </a:r>
            <a:endParaRPr sz="700">
              <a:solidFill>
                <a:srgbClr val="556271"/>
              </a:solidFill>
            </a:endParaRPr>
          </a:p>
          <a:p>
            <a:pPr indent="0" lvl="0" marL="0" rtl="0" algn="r">
              <a:lnSpc>
                <a:spcPct val="90000"/>
              </a:lnSpc>
              <a:spcBef>
                <a:spcPts val="0"/>
              </a:spcBef>
              <a:spcAft>
                <a:spcPts val="0"/>
              </a:spcAft>
              <a:buNone/>
            </a:pPr>
            <a:r>
              <a:t/>
            </a:r>
            <a:endParaRPr sz="700">
              <a:solidFill>
                <a:srgbClr val="55627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cxnSp>
        <p:nvCxnSpPr>
          <p:cNvPr id="127" name="Google Shape;127;p28"/>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128" name="Google Shape;128;p28"/>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129" name="Google Shape;129;p28"/>
          <p:cNvSpPr txBox="1"/>
          <p:nvPr/>
        </p:nvSpPr>
        <p:spPr>
          <a:xfrm>
            <a:off x="554400" y="1427700"/>
            <a:ext cx="8035200" cy="22881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chemeClr val="dk1"/>
              </a:buClr>
              <a:buSzPts val="1100"/>
              <a:buFont typeface="Arial"/>
              <a:buNone/>
            </a:pPr>
            <a:r>
              <a:rPr lang="en-GB" sz="1600">
                <a:solidFill>
                  <a:srgbClr val="556271"/>
                </a:solidFill>
              </a:rPr>
              <a:t>La principal diferencia entre estos dos componentes es que Arduino es </a:t>
            </a:r>
            <a:r>
              <a:rPr lang="en-GB" sz="1600">
                <a:solidFill>
                  <a:srgbClr val="556271"/>
                </a:solidFill>
              </a:rPr>
              <a:t>fundamentalmente</a:t>
            </a:r>
            <a:r>
              <a:rPr lang="en-GB" sz="1600">
                <a:solidFill>
                  <a:srgbClr val="556271"/>
                </a:solidFill>
              </a:rPr>
              <a:t> su microcontrolador el </a:t>
            </a:r>
            <a:r>
              <a:rPr lang="en-GB" sz="1600">
                <a:solidFill>
                  <a:srgbClr val="556271"/>
                </a:solidFill>
              </a:rPr>
              <a:t>cual</a:t>
            </a:r>
            <a:r>
              <a:rPr lang="en-GB" sz="1600">
                <a:solidFill>
                  <a:srgbClr val="556271"/>
                </a:solidFill>
              </a:rPr>
              <a:t> lo dota con todo aquello necesario (p.e., microprocesador, timer, memoria, puertos I/O) para ejecutar tareas computacionales. Su placa es complementaria. En cambio, Raspberry Pi tiene una CPU y GPU (Unidad central de procesamiento, unidad de procesamiento </a:t>
            </a:r>
            <a:r>
              <a:rPr lang="en-GB" sz="1600">
                <a:solidFill>
                  <a:srgbClr val="556271"/>
                </a:solidFill>
              </a:rPr>
              <a:t>gráfico</a:t>
            </a:r>
            <a:r>
              <a:rPr lang="en-GB" sz="1600">
                <a:solidFill>
                  <a:srgbClr val="556271"/>
                </a:solidFill>
              </a:rPr>
              <a:t>). En particular, el Broadcom CPU es el elemento central conectado a la RAM, puertos, y memoria externa de la placa. Esta CPU corre el sistema operativo, controla el HDMI, USB, etc.</a:t>
            </a:r>
            <a:endParaRPr sz="1600">
              <a:solidFill>
                <a:srgbClr val="556271"/>
              </a:solidFill>
            </a:endParaRPr>
          </a:p>
        </p:txBody>
      </p:sp>
      <p:sp>
        <p:nvSpPr>
          <p:cNvPr id="130" name="Google Shape;130;p28"/>
          <p:cNvSpPr txBox="1"/>
          <p:nvPr/>
        </p:nvSpPr>
        <p:spPr>
          <a:xfrm>
            <a:off x="326450" y="242575"/>
            <a:ext cx="38388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rPr b="1" lang="en-GB" sz="3000">
                <a:solidFill>
                  <a:srgbClr val="434343"/>
                </a:solidFill>
              </a:rPr>
              <a:t>RPi: Diferencias con Arduino</a:t>
            </a:r>
            <a:endParaRPr b="1" sz="3000">
              <a:solidFill>
                <a:srgbClr val="434343"/>
              </a:solidFill>
            </a:endParaRPr>
          </a:p>
        </p:txBody>
      </p:sp>
      <p:sp>
        <p:nvSpPr>
          <p:cNvPr id="131" name="Google Shape;131;p28"/>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n-GB" sz="700">
                <a:solidFill>
                  <a:srgbClr val="556271"/>
                </a:solidFill>
              </a:rPr>
              <a:t>Interfaces Gráficas y Procesamiento de Datos  / Módulo 2 / Unidad 3  / Raspberry Pi: Una placa avanzada con comunicaciones incluida</a:t>
            </a:r>
            <a:endParaRPr sz="700">
              <a:solidFill>
                <a:srgbClr val="556271"/>
              </a:solidFill>
            </a:endParaRPr>
          </a:p>
          <a:p>
            <a:pPr indent="0" lvl="0" marL="0" rtl="0" algn="r">
              <a:lnSpc>
                <a:spcPct val="90000"/>
              </a:lnSpc>
              <a:spcBef>
                <a:spcPts val="0"/>
              </a:spcBef>
              <a:spcAft>
                <a:spcPts val="0"/>
              </a:spcAft>
              <a:buNone/>
            </a:pPr>
            <a:r>
              <a:t/>
            </a:r>
            <a:endParaRPr sz="700">
              <a:solidFill>
                <a:srgbClr val="556271"/>
              </a:solidFill>
            </a:endParaRPr>
          </a:p>
          <a:p>
            <a:pPr indent="0" lvl="0" marL="0" rtl="0" algn="r">
              <a:lnSpc>
                <a:spcPct val="90000"/>
              </a:lnSpc>
              <a:spcBef>
                <a:spcPts val="0"/>
              </a:spcBef>
              <a:spcAft>
                <a:spcPts val="0"/>
              </a:spcAft>
              <a:buNone/>
            </a:pPr>
            <a:r>
              <a:t/>
            </a:r>
            <a:endParaRPr sz="700">
              <a:solidFill>
                <a:srgbClr val="55627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cxnSp>
        <p:nvCxnSpPr>
          <p:cNvPr id="136" name="Google Shape;136;p29"/>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137" name="Google Shape;137;p29"/>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138" name="Google Shape;138;p29"/>
          <p:cNvSpPr txBox="1"/>
          <p:nvPr/>
        </p:nvSpPr>
        <p:spPr>
          <a:xfrm>
            <a:off x="554400" y="1427700"/>
            <a:ext cx="8035200" cy="22881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chemeClr val="dk1"/>
              </a:buClr>
              <a:buSzPts val="1100"/>
              <a:buFont typeface="Arial"/>
              <a:buNone/>
            </a:pPr>
            <a:r>
              <a:rPr lang="en-GB" sz="1600">
                <a:solidFill>
                  <a:srgbClr val="556271"/>
                </a:solidFill>
              </a:rPr>
              <a:t>A diferencia de Raspberry Pi que corre un sistema operativo (Raspbian, basado en Linux), Arduino corre su programa en base a un Firmware el </a:t>
            </a:r>
            <a:r>
              <a:rPr lang="en-GB" sz="1600">
                <a:solidFill>
                  <a:srgbClr val="556271"/>
                </a:solidFill>
              </a:rPr>
              <a:t>cual</a:t>
            </a:r>
            <a:r>
              <a:rPr lang="en-GB" sz="1600">
                <a:solidFill>
                  <a:srgbClr val="556271"/>
                </a:solidFill>
              </a:rPr>
              <a:t> es capaz de inferir comandos ordenados. </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rPr lang="en-GB" sz="1600">
                <a:solidFill>
                  <a:srgbClr val="556271"/>
                </a:solidFill>
              </a:rPr>
              <a:t>Más aún, Raspberry Pi tiene velocidades de reloj de hasta 1.8GHz, casi 100 veces el de una Arduino Uno.</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rPr lang="en-GB" sz="1600">
                <a:solidFill>
                  <a:srgbClr val="556271"/>
                </a:solidFill>
              </a:rPr>
              <a:t>Por </a:t>
            </a:r>
            <a:r>
              <a:rPr lang="en-GB" sz="1600">
                <a:solidFill>
                  <a:srgbClr val="556271"/>
                </a:solidFill>
              </a:rPr>
              <a:t>último</a:t>
            </a:r>
            <a:r>
              <a:rPr lang="en-GB" sz="1600">
                <a:solidFill>
                  <a:srgbClr val="556271"/>
                </a:solidFill>
              </a:rPr>
              <a:t>, una diferencia fundamental es el lenguaje nativo de cada uno siendo Python el de Raspberry Pi y C++ el de Arduino. </a:t>
            </a:r>
            <a:endParaRPr sz="1600">
              <a:solidFill>
                <a:srgbClr val="556271"/>
              </a:solidFill>
            </a:endParaRPr>
          </a:p>
        </p:txBody>
      </p:sp>
      <p:sp>
        <p:nvSpPr>
          <p:cNvPr id="139" name="Google Shape;139;p29"/>
          <p:cNvSpPr txBox="1"/>
          <p:nvPr/>
        </p:nvSpPr>
        <p:spPr>
          <a:xfrm>
            <a:off x="326450" y="242575"/>
            <a:ext cx="38388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rPr b="1" lang="en-GB" sz="3000">
                <a:solidFill>
                  <a:srgbClr val="434343"/>
                </a:solidFill>
              </a:rPr>
              <a:t>RPi: Diferencias con Arduino</a:t>
            </a:r>
            <a:endParaRPr b="1" sz="3000">
              <a:solidFill>
                <a:srgbClr val="434343"/>
              </a:solidFill>
            </a:endParaRPr>
          </a:p>
        </p:txBody>
      </p:sp>
      <p:sp>
        <p:nvSpPr>
          <p:cNvPr id="140" name="Google Shape;140;p29"/>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n-GB" sz="700">
                <a:solidFill>
                  <a:srgbClr val="556271"/>
                </a:solidFill>
              </a:rPr>
              <a:t>Interfaces Gráficas y Procesamiento de Datos  / Módulo 2 / Unidad 3  / Raspberry Pi: Una placa avanzada con comunicaciones incluida</a:t>
            </a:r>
            <a:endParaRPr sz="700">
              <a:solidFill>
                <a:srgbClr val="556271"/>
              </a:solidFill>
            </a:endParaRPr>
          </a:p>
          <a:p>
            <a:pPr indent="0" lvl="0" marL="0" rtl="0" algn="r">
              <a:lnSpc>
                <a:spcPct val="90000"/>
              </a:lnSpc>
              <a:spcBef>
                <a:spcPts val="0"/>
              </a:spcBef>
              <a:spcAft>
                <a:spcPts val="0"/>
              </a:spcAft>
              <a:buNone/>
            </a:pPr>
            <a:r>
              <a:t/>
            </a:r>
            <a:endParaRPr sz="700">
              <a:solidFill>
                <a:srgbClr val="556271"/>
              </a:solidFill>
            </a:endParaRPr>
          </a:p>
          <a:p>
            <a:pPr indent="0" lvl="0" marL="0" rtl="0" algn="r">
              <a:lnSpc>
                <a:spcPct val="90000"/>
              </a:lnSpc>
              <a:spcBef>
                <a:spcPts val="0"/>
              </a:spcBef>
              <a:spcAft>
                <a:spcPts val="0"/>
              </a:spcAft>
              <a:buNone/>
            </a:pPr>
            <a:r>
              <a:t/>
            </a:r>
            <a:endParaRPr sz="700">
              <a:solidFill>
                <a:srgbClr val="55627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cxnSp>
        <p:nvCxnSpPr>
          <p:cNvPr id="145" name="Google Shape;145;p30"/>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146" name="Google Shape;146;p30"/>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147" name="Google Shape;147;p30"/>
          <p:cNvSpPr txBox="1"/>
          <p:nvPr/>
        </p:nvSpPr>
        <p:spPr>
          <a:xfrm>
            <a:off x="554400" y="1743900"/>
            <a:ext cx="8035200" cy="16557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chemeClr val="dk1"/>
              </a:buClr>
              <a:buSzPts val="1100"/>
              <a:buFont typeface="Arial"/>
              <a:buNone/>
            </a:pPr>
            <a:r>
              <a:rPr lang="en-GB" sz="1600">
                <a:solidFill>
                  <a:srgbClr val="556271"/>
                </a:solidFill>
              </a:rPr>
              <a:t>A diferencia de Arduino, Raspberry Pi tiene capacidades mucho más extensas como las de alojar un sistema operativo dentro suyo con todo lo que eso conlleva. Más aún, esto nos permite crear aplicaciones bastante más complejas como puede ser una estación de control con comunicación satelital y ejecución de múltiples funcionalidades.</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rPr lang="en-GB" sz="1600">
                <a:solidFill>
                  <a:srgbClr val="556271"/>
                </a:solidFill>
              </a:rPr>
              <a:t>En particular, nosotros vamos a plantear su uso como centro operativo de un diseño.</a:t>
            </a:r>
            <a:endParaRPr sz="1600">
              <a:solidFill>
                <a:srgbClr val="556271"/>
              </a:solidFill>
            </a:endParaRPr>
          </a:p>
        </p:txBody>
      </p:sp>
      <p:sp>
        <p:nvSpPr>
          <p:cNvPr id="148" name="Google Shape;148;p30"/>
          <p:cNvSpPr txBox="1"/>
          <p:nvPr/>
        </p:nvSpPr>
        <p:spPr>
          <a:xfrm>
            <a:off x="326450" y="242575"/>
            <a:ext cx="38388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rPr b="1" lang="en-GB" sz="3000">
                <a:solidFill>
                  <a:srgbClr val="434343"/>
                </a:solidFill>
              </a:rPr>
              <a:t>RPi: ¿Como vamos a utilizarlo?</a:t>
            </a:r>
            <a:endParaRPr b="1" sz="3000">
              <a:solidFill>
                <a:srgbClr val="434343"/>
              </a:solidFill>
            </a:endParaRPr>
          </a:p>
        </p:txBody>
      </p:sp>
      <p:sp>
        <p:nvSpPr>
          <p:cNvPr id="149" name="Google Shape;149;p30"/>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n-GB" sz="700">
                <a:solidFill>
                  <a:srgbClr val="556271"/>
                </a:solidFill>
              </a:rPr>
              <a:t>Interfaces Gráficas y Procesamiento de Datos  / Módulo 2 / Unidad 3  / Raspberry Pi: Una placa avanzada con comunicaciones incluida</a:t>
            </a:r>
            <a:endParaRPr sz="700">
              <a:solidFill>
                <a:srgbClr val="556271"/>
              </a:solidFill>
            </a:endParaRPr>
          </a:p>
          <a:p>
            <a:pPr indent="0" lvl="0" marL="0" rtl="0" algn="r">
              <a:lnSpc>
                <a:spcPct val="90000"/>
              </a:lnSpc>
              <a:spcBef>
                <a:spcPts val="0"/>
              </a:spcBef>
              <a:spcAft>
                <a:spcPts val="0"/>
              </a:spcAft>
              <a:buNone/>
            </a:pPr>
            <a:r>
              <a:t/>
            </a:r>
            <a:endParaRPr sz="700">
              <a:solidFill>
                <a:srgbClr val="556271"/>
              </a:solidFill>
            </a:endParaRPr>
          </a:p>
          <a:p>
            <a:pPr indent="0" lvl="0" marL="0" rtl="0" algn="r">
              <a:lnSpc>
                <a:spcPct val="90000"/>
              </a:lnSpc>
              <a:spcBef>
                <a:spcPts val="0"/>
              </a:spcBef>
              <a:spcAft>
                <a:spcPts val="0"/>
              </a:spcAft>
              <a:buNone/>
            </a:pPr>
            <a:r>
              <a:t/>
            </a:r>
            <a:endParaRPr sz="700">
              <a:solidFill>
                <a:srgbClr val="55627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p31"/>
          <p:cNvPicPr preferRelativeResize="0"/>
          <p:nvPr/>
        </p:nvPicPr>
        <p:blipFill rotWithShape="1">
          <a:blip r:embed="rId3">
            <a:alphaModFix/>
          </a:blip>
          <a:srcRect b="4050" l="0" r="0" t="12442"/>
          <a:stretch/>
        </p:blipFill>
        <p:spPr>
          <a:xfrm>
            <a:off x="0" y="0"/>
            <a:ext cx="9144000" cy="5143496"/>
          </a:xfrm>
          <a:prstGeom prst="rect">
            <a:avLst/>
          </a:prstGeom>
          <a:noFill/>
          <a:ln>
            <a:noFill/>
          </a:ln>
        </p:spPr>
      </p:pic>
      <p:sp>
        <p:nvSpPr>
          <p:cNvPr id="155" name="Google Shape;155;p31"/>
          <p:cNvSpPr/>
          <p:nvPr/>
        </p:nvSpPr>
        <p:spPr>
          <a:xfrm>
            <a:off x="0" y="0"/>
            <a:ext cx="9144000" cy="5153100"/>
          </a:xfrm>
          <a:prstGeom prst="rect">
            <a:avLst/>
          </a:prstGeom>
          <a:solidFill>
            <a:srgbClr val="556271">
              <a:alpha val="8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31"/>
          <p:cNvSpPr txBox="1"/>
          <p:nvPr>
            <p:ph idx="4294967295" type="ctrTitle"/>
          </p:nvPr>
        </p:nvSpPr>
        <p:spPr>
          <a:xfrm>
            <a:off x="4368975" y="261625"/>
            <a:ext cx="2850900" cy="390600"/>
          </a:xfrm>
          <a:prstGeom prst="rect">
            <a:avLst/>
          </a:prstGeom>
          <a:noFill/>
          <a:ln>
            <a:noFill/>
          </a:ln>
        </p:spPr>
        <p:txBody>
          <a:bodyPr anchorCtr="0" anchor="t" bIns="91425" lIns="91425" spcFirstLastPara="1" rIns="91425" wrap="square" tIns="91425">
            <a:noAutofit/>
          </a:bodyPr>
          <a:lstStyle/>
          <a:p>
            <a:pPr indent="0" lvl="0" marL="0" marR="0" rtl="0" algn="r">
              <a:lnSpc>
                <a:spcPct val="90000"/>
              </a:lnSpc>
              <a:spcBef>
                <a:spcPts val="0"/>
              </a:spcBef>
              <a:spcAft>
                <a:spcPts val="0"/>
              </a:spcAft>
              <a:buClr>
                <a:schemeClr val="dk1"/>
              </a:buClr>
              <a:buSzPts val="1100"/>
              <a:buFont typeface="Arial"/>
              <a:buNone/>
            </a:pPr>
            <a:r>
              <a:rPr lang="en-GB" sz="1000">
                <a:solidFill>
                  <a:schemeClr val="lt1"/>
                </a:solidFill>
              </a:rPr>
              <a:t>Raspberry Pi: Una placa avanzada con comunicaciones incluida</a:t>
            </a:r>
            <a:endParaRPr sz="1000">
              <a:solidFill>
                <a:schemeClr val="lt1"/>
              </a:solidFill>
            </a:endParaRPr>
          </a:p>
          <a:p>
            <a:pPr indent="0" lvl="0" marL="0" marR="0" rtl="0" algn="l">
              <a:lnSpc>
                <a:spcPct val="90000"/>
              </a:lnSpc>
              <a:spcBef>
                <a:spcPts val="0"/>
              </a:spcBef>
              <a:spcAft>
                <a:spcPts val="0"/>
              </a:spcAft>
              <a:buClr>
                <a:schemeClr val="dk1"/>
              </a:buClr>
              <a:buSzPts val="1100"/>
              <a:buFont typeface="Arial"/>
              <a:buNone/>
            </a:pPr>
            <a:r>
              <a:t/>
            </a:r>
            <a:endParaRPr sz="1000">
              <a:solidFill>
                <a:schemeClr val="lt1"/>
              </a:solidFill>
            </a:endParaRPr>
          </a:p>
          <a:p>
            <a:pPr indent="0" lvl="0" marL="0" marR="0" rtl="0" algn="r">
              <a:lnSpc>
                <a:spcPct val="90000"/>
              </a:lnSpc>
              <a:spcBef>
                <a:spcPts val="0"/>
              </a:spcBef>
              <a:spcAft>
                <a:spcPts val="0"/>
              </a:spcAft>
              <a:buClr>
                <a:schemeClr val="dk1"/>
              </a:buClr>
              <a:buSzPts val="1100"/>
              <a:buFont typeface="Arial"/>
              <a:buNone/>
            </a:pPr>
            <a:r>
              <a:t/>
            </a:r>
            <a:endParaRPr sz="1000">
              <a:solidFill>
                <a:schemeClr val="lt1"/>
              </a:solidFill>
            </a:endParaRPr>
          </a:p>
          <a:p>
            <a:pPr indent="0" lvl="0" marL="0" marR="0" rtl="0" algn="r">
              <a:lnSpc>
                <a:spcPct val="90000"/>
              </a:lnSpc>
              <a:spcBef>
                <a:spcPts val="0"/>
              </a:spcBef>
              <a:spcAft>
                <a:spcPts val="0"/>
              </a:spcAft>
              <a:buClr>
                <a:schemeClr val="dk1"/>
              </a:buClr>
              <a:buSzPts val="1100"/>
              <a:buFont typeface="Arial"/>
              <a:buNone/>
            </a:pPr>
            <a:r>
              <a:t/>
            </a:r>
            <a:endParaRPr sz="1000">
              <a:solidFill>
                <a:schemeClr val="lt1"/>
              </a:solidFill>
            </a:endParaRPr>
          </a:p>
          <a:p>
            <a:pPr indent="0" lvl="0" marL="0" marR="0" rtl="0" algn="r">
              <a:lnSpc>
                <a:spcPct val="90000"/>
              </a:lnSpc>
              <a:spcBef>
                <a:spcPts val="0"/>
              </a:spcBef>
              <a:spcAft>
                <a:spcPts val="0"/>
              </a:spcAft>
              <a:buClr>
                <a:schemeClr val="dk1"/>
              </a:buClr>
              <a:buSzPts val="2800"/>
              <a:buFont typeface="Arial"/>
              <a:buNone/>
            </a:pPr>
            <a:r>
              <a:t/>
            </a:r>
            <a:endParaRPr sz="1000">
              <a:solidFill>
                <a:schemeClr val="lt1"/>
              </a:solidFill>
            </a:endParaRPr>
          </a:p>
        </p:txBody>
      </p:sp>
      <p:cxnSp>
        <p:nvCxnSpPr>
          <p:cNvPr id="157" name="Google Shape;157;p31"/>
          <p:cNvCxnSpPr/>
          <p:nvPr/>
        </p:nvCxnSpPr>
        <p:spPr>
          <a:xfrm flipH="1">
            <a:off x="7259850" y="309275"/>
            <a:ext cx="132000" cy="272100"/>
          </a:xfrm>
          <a:prstGeom prst="straightConnector1">
            <a:avLst/>
          </a:prstGeom>
          <a:noFill/>
          <a:ln cap="flat" cmpd="sng" w="9525">
            <a:solidFill>
              <a:schemeClr val="lt1"/>
            </a:solidFill>
            <a:prstDash val="solid"/>
            <a:round/>
            <a:headEnd len="sm" w="sm" type="none"/>
            <a:tailEnd len="sm" w="sm" type="none"/>
          </a:ln>
        </p:spPr>
      </p:cxnSp>
      <p:pic>
        <p:nvPicPr>
          <p:cNvPr id="158" name="Google Shape;158;p31"/>
          <p:cNvPicPr preferRelativeResize="0"/>
          <p:nvPr/>
        </p:nvPicPr>
        <p:blipFill rotWithShape="1">
          <a:blip r:embed="rId4">
            <a:alphaModFix/>
          </a:blip>
          <a:srcRect b="0" l="0" r="0" t="0"/>
          <a:stretch/>
        </p:blipFill>
        <p:spPr>
          <a:xfrm>
            <a:off x="7522238" y="256888"/>
            <a:ext cx="1362075" cy="400050"/>
          </a:xfrm>
          <a:prstGeom prst="rect">
            <a:avLst/>
          </a:prstGeom>
          <a:noFill/>
          <a:ln>
            <a:noFill/>
          </a:ln>
        </p:spPr>
      </p:pic>
      <p:sp>
        <p:nvSpPr>
          <p:cNvPr id="159" name="Google Shape;159;p31"/>
          <p:cNvSpPr txBox="1"/>
          <p:nvPr>
            <p:ph idx="4294967295" type="ctrTitle"/>
          </p:nvPr>
        </p:nvSpPr>
        <p:spPr>
          <a:xfrm>
            <a:off x="1086150" y="2041427"/>
            <a:ext cx="5429100" cy="969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lang="en-GB" sz="2600">
                <a:solidFill>
                  <a:schemeClr val="lt1"/>
                </a:solidFill>
              </a:rPr>
              <a:t>El hardware de RPi: Esquema y conceptos importantes</a:t>
            </a:r>
            <a:endParaRPr b="1" sz="2600">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cxnSp>
        <p:nvCxnSpPr>
          <p:cNvPr id="164" name="Google Shape;164;p32"/>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165" name="Google Shape;165;p32"/>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166" name="Google Shape;166;p32"/>
          <p:cNvSpPr txBox="1"/>
          <p:nvPr/>
        </p:nvSpPr>
        <p:spPr>
          <a:xfrm>
            <a:off x="6529250" y="2987388"/>
            <a:ext cx="1886100" cy="3444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chemeClr val="dk1"/>
              </a:buClr>
              <a:buSzPts val="1100"/>
              <a:buFont typeface="Arial"/>
              <a:buNone/>
            </a:pPr>
            <a:r>
              <a:rPr lang="en-GB" sz="1600">
                <a:solidFill>
                  <a:srgbClr val="556271"/>
                </a:solidFill>
              </a:rPr>
              <a:t>Entrada Ethernet</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p:txBody>
      </p:sp>
      <p:sp>
        <p:nvSpPr>
          <p:cNvPr id="167" name="Google Shape;167;p32"/>
          <p:cNvSpPr txBox="1"/>
          <p:nvPr/>
        </p:nvSpPr>
        <p:spPr>
          <a:xfrm>
            <a:off x="326450" y="242575"/>
            <a:ext cx="38388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rPr b="1" lang="en-GB" sz="3000">
                <a:solidFill>
                  <a:srgbClr val="434343"/>
                </a:solidFill>
              </a:rPr>
              <a:t>RPi 2: Hardware</a:t>
            </a:r>
            <a:endParaRPr b="1" sz="3000">
              <a:solidFill>
                <a:srgbClr val="434343"/>
              </a:solidFill>
            </a:endParaRPr>
          </a:p>
        </p:txBody>
      </p:sp>
      <p:sp>
        <p:nvSpPr>
          <p:cNvPr id="168" name="Google Shape;168;p32"/>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n-GB" sz="700">
                <a:solidFill>
                  <a:srgbClr val="556271"/>
                </a:solidFill>
              </a:rPr>
              <a:t>Interfaces Gráficas y Procesamiento de Datos  / Módulo 2 / Unidad 3  / Raspberry Pi: Una placa avanzada con comunicaciones incluida</a:t>
            </a:r>
            <a:endParaRPr sz="700">
              <a:solidFill>
                <a:srgbClr val="556271"/>
              </a:solidFill>
            </a:endParaRPr>
          </a:p>
          <a:p>
            <a:pPr indent="0" lvl="0" marL="0" rtl="0" algn="r">
              <a:lnSpc>
                <a:spcPct val="90000"/>
              </a:lnSpc>
              <a:spcBef>
                <a:spcPts val="0"/>
              </a:spcBef>
              <a:spcAft>
                <a:spcPts val="0"/>
              </a:spcAft>
              <a:buNone/>
            </a:pPr>
            <a:r>
              <a:t/>
            </a:r>
            <a:endParaRPr sz="700">
              <a:solidFill>
                <a:srgbClr val="556271"/>
              </a:solidFill>
            </a:endParaRPr>
          </a:p>
          <a:p>
            <a:pPr indent="0" lvl="0" marL="0" rtl="0" algn="r">
              <a:lnSpc>
                <a:spcPct val="90000"/>
              </a:lnSpc>
              <a:spcBef>
                <a:spcPts val="0"/>
              </a:spcBef>
              <a:spcAft>
                <a:spcPts val="0"/>
              </a:spcAft>
              <a:buNone/>
            </a:pPr>
            <a:r>
              <a:t/>
            </a:r>
            <a:endParaRPr sz="700">
              <a:solidFill>
                <a:srgbClr val="556271"/>
              </a:solidFill>
            </a:endParaRPr>
          </a:p>
        </p:txBody>
      </p:sp>
      <p:pic>
        <p:nvPicPr>
          <p:cNvPr id="169" name="Google Shape;169;p32"/>
          <p:cNvPicPr preferRelativeResize="0"/>
          <p:nvPr/>
        </p:nvPicPr>
        <p:blipFill>
          <a:blip r:embed="rId4">
            <a:alphaModFix/>
          </a:blip>
          <a:stretch>
            <a:fillRect/>
          </a:stretch>
        </p:blipFill>
        <p:spPr>
          <a:xfrm>
            <a:off x="2674027" y="1364688"/>
            <a:ext cx="3514460" cy="2266599"/>
          </a:xfrm>
          <a:prstGeom prst="rect">
            <a:avLst/>
          </a:prstGeom>
          <a:noFill/>
          <a:ln>
            <a:noFill/>
          </a:ln>
        </p:spPr>
      </p:pic>
      <p:sp>
        <p:nvSpPr>
          <p:cNvPr id="170" name="Google Shape;170;p32"/>
          <p:cNvSpPr txBox="1"/>
          <p:nvPr/>
        </p:nvSpPr>
        <p:spPr>
          <a:xfrm>
            <a:off x="6529250" y="1645063"/>
            <a:ext cx="1434900" cy="3444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chemeClr val="dk1"/>
              </a:buClr>
              <a:buSzPts val="1100"/>
              <a:buFont typeface="Arial"/>
              <a:buNone/>
            </a:pPr>
            <a:r>
              <a:rPr lang="en-GB" sz="1600">
                <a:solidFill>
                  <a:srgbClr val="556271"/>
                </a:solidFill>
              </a:rPr>
              <a:t>Entradas USB</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p:txBody>
      </p:sp>
      <p:cxnSp>
        <p:nvCxnSpPr>
          <p:cNvPr id="171" name="Google Shape;171;p32"/>
          <p:cNvCxnSpPr>
            <a:endCxn id="170" idx="1"/>
          </p:cNvCxnSpPr>
          <p:nvPr/>
        </p:nvCxnSpPr>
        <p:spPr>
          <a:xfrm flipH="1" rot="10800000">
            <a:off x="6118250" y="1817263"/>
            <a:ext cx="411000" cy="66600"/>
          </a:xfrm>
          <a:prstGeom prst="straightConnector1">
            <a:avLst/>
          </a:prstGeom>
          <a:noFill/>
          <a:ln cap="flat" cmpd="sng" w="9525">
            <a:solidFill>
              <a:schemeClr val="dk2"/>
            </a:solidFill>
            <a:prstDash val="solid"/>
            <a:round/>
            <a:headEnd len="med" w="med" type="none"/>
            <a:tailEnd len="med" w="med" type="triangle"/>
          </a:ln>
        </p:spPr>
      </p:cxnSp>
      <p:cxnSp>
        <p:nvCxnSpPr>
          <p:cNvPr id="172" name="Google Shape;172;p32"/>
          <p:cNvCxnSpPr>
            <a:endCxn id="166" idx="1"/>
          </p:cNvCxnSpPr>
          <p:nvPr/>
        </p:nvCxnSpPr>
        <p:spPr>
          <a:xfrm flipH="1" rot="10800000">
            <a:off x="6130550" y="3159588"/>
            <a:ext cx="398700" cy="21900"/>
          </a:xfrm>
          <a:prstGeom prst="straightConnector1">
            <a:avLst/>
          </a:prstGeom>
          <a:noFill/>
          <a:ln cap="flat" cmpd="sng" w="9525">
            <a:solidFill>
              <a:schemeClr val="dk2"/>
            </a:solidFill>
            <a:prstDash val="solid"/>
            <a:round/>
            <a:headEnd len="med" w="med" type="none"/>
            <a:tailEnd len="med" w="med" type="triangle"/>
          </a:ln>
        </p:spPr>
      </p:cxnSp>
      <p:sp>
        <p:nvSpPr>
          <p:cNvPr id="173" name="Google Shape;173;p32"/>
          <p:cNvSpPr txBox="1"/>
          <p:nvPr/>
        </p:nvSpPr>
        <p:spPr>
          <a:xfrm>
            <a:off x="4024500" y="766750"/>
            <a:ext cx="1434900" cy="3444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chemeClr val="dk1"/>
              </a:buClr>
              <a:buSzPts val="1100"/>
              <a:buFont typeface="Arial"/>
              <a:buNone/>
            </a:pPr>
            <a:r>
              <a:rPr lang="en-GB" sz="1600">
                <a:solidFill>
                  <a:srgbClr val="556271"/>
                </a:solidFill>
              </a:rPr>
              <a:t>GPIO</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p:txBody>
      </p:sp>
      <p:cxnSp>
        <p:nvCxnSpPr>
          <p:cNvPr id="174" name="Google Shape;174;p32"/>
          <p:cNvCxnSpPr>
            <a:endCxn id="173" idx="1"/>
          </p:cNvCxnSpPr>
          <p:nvPr/>
        </p:nvCxnSpPr>
        <p:spPr>
          <a:xfrm flipH="1" rot="10800000">
            <a:off x="3374400" y="938950"/>
            <a:ext cx="650100" cy="533700"/>
          </a:xfrm>
          <a:prstGeom prst="straightConnector1">
            <a:avLst/>
          </a:prstGeom>
          <a:noFill/>
          <a:ln cap="flat" cmpd="sng" w="9525">
            <a:solidFill>
              <a:schemeClr val="dk2"/>
            </a:solidFill>
            <a:prstDash val="solid"/>
            <a:round/>
            <a:headEnd len="med" w="med" type="none"/>
            <a:tailEnd len="med" w="med" type="triangle"/>
          </a:ln>
        </p:spPr>
      </p:cxnSp>
      <p:sp>
        <p:nvSpPr>
          <p:cNvPr id="175" name="Google Shape;175;p32"/>
          <p:cNvSpPr txBox="1"/>
          <p:nvPr/>
        </p:nvSpPr>
        <p:spPr>
          <a:xfrm>
            <a:off x="4328300" y="4032325"/>
            <a:ext cx="1434900" cy="3444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chemeClr val="dk1"/>
              </a:buClr>
              <a:buSzPts val="1100"/>
              <a:buFont typeface="Arial"/>
              <a:buNone/>
            </a:pPr>
            <a:r>
              <a:rPr lang="en-GB" sz="1600">
                <a:solidFill>
                  <a:srgbClr val="556271"/>
                </a:solidFill>
              </a:rPr>
              <a:t>Entrada HDMI</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p:txBody>
      </p:sp>
      <p:sp>
        <p:nvSpPr>
          <p:cNvPr id="176" name="Google Shape;176;p32"/>
          <p:cNvSpPr txBox="1"/>
          <p:nvPr/>
        </p:nvSpPr>
        <p:spPr>
          <a:xfrm>
            <a:off x="1192300" y="4032338"/>
            <a:ext cx="2091900" cy="3444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chemeClr val="dk1"/>
              </a:buClr>
              <a:buSzPts val="1100"/>
              <a:buFont typeface="Arial"/>
              <a:buNone/>
            </a:pPr>
            <a:r>
              <a:rPr lang="en-GB" sz="1600">
                <a:solidFill>
                  <a:srgbClr val="556271"/>
                </a:solidFill>
              </a:rPr>
              <a:t>Entrada de Corriente</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p:txBody>
      </p:sp>
      <p:sp>
        <p:nvSpPr>
          <p:cNvPr id="177" name="Google Shape;177;p32"/>
          <p:cNvSpPr txBox="1"/>
          <p:nvPr/>
        </p:nvSpPr>
        <p:spPr>
          <a:xfrm>
            <a:off x="728650" y="2325775"/>
            <a:ext cx="1434900" cy="3444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chemeClr val="dk1"/>
              </a:buClr>
              <a:buSzPts val="1100"/>
              <a:buFont typeface="Arial"/>
              <a:buNone/>
            </a:pPr>
            <a:r>
              <a:rPr lang="en-GB" sz="1600">
                <a:solidFill>
                  <a:srgbClr val="556271"/>
                </a:solidFill>
              </a:rPr>
              <a:t>Entrada SD</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p:txBody>
      </p:sp>
      <p:cxnSp>
        <p:nvCxnSpPr>
          <p:cNvPr id="178" name="Google Shape;178;p32"/>
          <p:cNvCxnSpPr>
            <a:endCxn id="177" idx="3"/>
          </p:cNvCxnSpPr>
          <p:nvPr/>
        </p:nvCxnSpPr>
        <p:spPr>
          <a:xfrm flipH="1">
            <a:off x="2163550" y="2161675"/>
            <a:ext cx="616200" cy="336300"/>
          </a:xfrm>
          <a:prstGeom prst="straightConnector1">
            <a:avLst/>
          </a:prstGeom>
          <a:noFill/>
          <a:ln cap="flat" cmpd="sng" w="9525">
            <a:solidFill>
              <a:schemeClr val="dk2"/>
            </a:solidFill>
            <a:prstDash val="solid"/>
            <a:round/>
            <a:headEnd len="med" w="med" type="none"/>
            <a:tailEnd len="med" w="med" type="triangle"/>
          </a:ln>
        </p:spPr>
      </p:cxnSp>
      <p:cxnSp>
        <p:nvCxnSpPr>
          <p:cNvPr id="179" name="Google Shape;179;p32"/>
          <p:cNvCxnSpPr>
            <a:endCxn id="175" idx="0"/>
          </p:cNvCxnSpPr>
          <p:nvPr/>
        </p:nvCxnSpPr>
        <p:spPr>
          <a:xfrm>
            <a:off x="3936350" y="3601225"/>
            <a:ext cx="1109400" cy="431100"/>
          </a:xfrm>
          <a:prstGeom prst="straightConnector1">
            <a:avLst/>
          </a:prstGeom>
          <a:noFill/>
          <a:ln cap="flat" cmpd="sng" w="9525">
            <a:solidFill>
              <a:schemeClr val="dk2"/>
            </a:solidFill>
            <a:prstDash val="solid"/>
            <a:round/>
            <a:headEnd len="med" w="med" type="none"/>
            <a:tailEnd len="med" w="med" type="triangle"/>
          </a:ln>
        </p:spPr>
      </p:cxnSp>
      <p:cxnSp>
        <p:nvCxnSpPr>
          <p:cNvPr id="180" name="Google Shape;180;p32"/>
          <p:cNvCxnSpPr>
            <a:endCxn id="176" idx="0"/>
          </p:cNvCxnSpPr>
          <p:nvPr/>
        </p:nvCxnSpPr>
        <p:spPr>
          <a:xfrm flipH="1">
            <a:off x="2238250" y="3625838"/>
            <a:ext cx="784500" cy="4065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cxnSp>
        <p:nvCxnSpPr>
          <p:cNvPr id="185" name="Google Shape;185;p33"/>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186" name="Google Shape;186;p33"/>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187" name="Google Shape;187;p33"/>
          <p:cNvSpPr txBox="1"/>
          <p:nvPr/>
        </p:nvSpPr>
        <p:spPr>
          <a:xfrm>
            <a:off x="554400" y="884500"/>
            <a:ext cx="8035200" cy="1318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chemeClr val="dk1"/>
              </a:buClr>
              <a:buSzPts val="1100"/>
              <a:buFont typeface="Arial"/>
              <a:buNone/>
            </a:pPr>
            <a:r>
              <a:rPr lang="en-GB" sz="1600">
                <a:solidFill>
                  <a:srgbClr val="556271"/>
                </a:solidFill>
              </a:rPr>
              <a:t>El GPIO (General </a:t>
            </a:r>
            <a:r>
              <a:rPr lang="en-GB" sz="1600">
                <a:solidFill>
                  <a:srgbClr val="556271"/>
                </a:solidFill>
              </a:rPr>
              <a:t>Purpose</a:t>
            </a:r>
            <a:r>
              <a:rPr lang="en-GB" sz="1600">
                <a:solidFill>
                  <a:srgbClr val="556271"/>
                </a:solidFill>
              </a:rPr>
              <a:t> I/O header) consiste de dos filas de 20 pines con un diseño similar a un drive de tipo floppy y pueden ser configurados como entradas y salidas. El voltaje </a:t>
            </a:r>
            <a:r>
              <a:rPr lang="en-GB" sz="1600">
                <a:solidFill>
                  <a:srgbClr val="556271"/>
                </a:solidFill>
              </a:rPr>
              <a:t>leído</a:t>
            </a:r>
            <a:r>
              <a:rPr lang="en-GB" sz="1600">
                <a:solidFill>
                  <a:srgbClr val="556271"/>
                </a:solidFill>
              </a:rPr>
              <a:t> puede ser utilizado para I/O digital. Cuando el voltaje es menor a 1.7V el valor es 0. Cuando el voltaje es superior a 1.7V el valor es 1. La salida digital puede ser configurada entre 0 y 3.3V.</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p:txBody>
      </p:sp>
      <p:sp>
        <p:nvSpPr>
          <p:cNvPr id="188" name="Google Shape;188;p33"/>
          <p:cNvSpPr txBox="1"/>
          <p:nvPr/>
        </p:nvSpPr>
        <p:spPr>
          <a:xfrm>
            <a:off x="326450" y="242575"/>
            <a:ext cx="38388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rPr b="1" lang="en-GB" sz="3000">
                <a:solidFill>
                  <a:srgbClr val="434343"/>
                </a:solidFill>
              </a:rPr>
              <a:t>RPi: GPIO</a:t>
            </a:r>
            <a:endParaRPr b="1" sz="3000">
              <a:solidFill>
                <a:srgbClr val="434343"/>
              </a:solidFill>
            </a:endParaRPr>
          </a:p>
        </p:txBody>
      </p:sp>
      <p:sp>
        <p:nvSpPr>
          <p:cNvPr id="189" name="Google Shape;189;p33"/>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n-GB" sz="700">
                <a:solidFill>
                  <a:srgbClr val="556271"/>
                </a:solidFill>
              </a:rPr>
              <a:t>Interfaces Gráficas y Procesamiento de Datos  / Módulo 2 / Unidad 3  / Raspberry Pi: Una placa avanzada con comunicaciones incluida</a:t>
            </a:r>
            <a:endParaRPr sz="700">
              <a:solidFill>
                <a:srgbClr val="556271"/>
              </a:solidFill>
            </a:endParaRPr>
          </a:p>
          <a:p>
            <a:pPr indent="0" lvl="0" marL="0" rtl="0" algn="r">
              <a:lnSpc>
                <a:spcPct val="90000"/>
              </a:lnSpc>
              <a:spcBef>
                <a:spcPts val="0"/>
              </a:spcBef>
              <a:spcAft>
                <a:spcPts val="0"/>
              </a:spcAft>
              <a:buNone/>
            </a:pPr>
            <a:r>
              <a:t/>
            </a:r>
            <a:endParaRPr sz="700">
              <a:solidFill>
                <a:srgbClr val="556271"/>
              </a:solidFill>
            </a:endParaRPr>
          </a:p>
          <a:p>
            <a:pPr indent="0" lvl="0" marL="0" rtl="0" algn="r">
              <a:lnSpc>
                <a:spcPct val="90000"/>
              </a:lnSpc>
              <a:spcBef>
                <a:spcPts val="0"/>
              </a:spcBef>
              <a:spcAft>
                <a:spcPts val="0"/>
              </a:spcAft>
              <a:buNone/>
            </a:pPr>
            <a:r>
              <a:t/>
            </a:r>
            <a:endParaRPr sz="700">
              <a:solidFill>
                <a:srgbClr val="556271"/>
              </a:solidFill>
            </a:endParaRPr>
          </a:p>
        </p:txBody>
      </p:sp>
      <p:pic>
        <p:nvPicPr>
          <p:cNvPr id="190" name="Google Shape;190;p33"/>
          <p:cNvPicPr preferRelativeResize="0"/>
          <p:nvPr/>
        </p:nvPicPr>
        <p:blipFill>
          <a:blip r:embed="rId4">
            <a:alphaModFix/>
          </a:blip>
          <a:stretch>
            <a:fillRect/>
          </a:stretch>
        </p:blipFill>
        <p:spPr>
          <a:xfrm>
            <a:off x="3120676" y="2202600"/>
            <a:ext cx="2902649" cy="25143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cxnSp>
        <p:nvCxnSpPr>
          <p:cNvPr id="195" name="Google Shape;195;p34"/>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196" name="Google Shape;196;p34"/>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197" name="Google Shape;197;p34"/>
          <p:cNvSpPr txBox="1"/>
          <p:nvPr/>
        </p:nvSpPr>
        <p:spPr>
          <a:xfrm>
            <a:off x="554400" y="1290475"/>
            <a:ext cx="8035200" cy="6867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chemeClr val="dk1"/>
              </a:buClr>
              <a:buSzPts val="1100"/>
              <a:buFont typeface="Arial"/>
              <a:buNone/>
            </a:pPr>
            <a:r>
              <a:rPr lang="en-GB" sz="1600">
                <a:solidFill>
                  <a:srgbClr val="556271"/>
                </a:solidFill>
              </a:rPr>
              <a:t>Para alimentar el raspberry Pi, dependemos de la placa que compremos pero la siguiente tabla muestra una gran </a:t>
            </a:r>
            <a:r>
              <a:rPr lang="en-GB" sz="1600">
                <a:solidFill>
                  <a:srgbClr val="556271"/>
                </a:solidFill>
              </a:rPr>
              <a:t>mayoría</a:t>
            </a:r>
            <a:r>
              <a:rPr lang="en-GB" sz="1600">
                <a:solidFill>
                  <a:srgbClr val="556271"/>
                </a:solidFill>
              </a:rPr>
              <a:t> de los modelos:</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p:txBody>
      </p:sp>
      <p:sp>
        <p:nvSpPr>
          <p:cNvPr id="198" name="Google Shape;198;p34"/>
          <p:cNvSpPr txBox="1"/>
          <p:nvPr/>
        </p:nvSpPr>
        <p:spPr>
          <a:xfrm>
            <a:off x="326450" y="242575"/>
            <a:ext cx="38367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rPr b="1" lang="en-GB" sz="3000">
                <a:solidFill>
                  <a:srgbClr val="434343"/>
                </a:solidFill>
              </a:rPr>
              <a:t>RPi: Alimentación y Otros HW</a:t>
            </a:r>
            <a:endParaRPr b="1" sz="3000">
              <a:solidFill>
                <a:srgbClr val="434343"/>
              </a:solidFill>
            </a:endParaRPr>
          </a:p>
        </p:txBody>
      </p:sp>
      <p:sp>
        <p:nvSpPr>
          <p:cNvPr id="199" name="Google Shape;199;p34"/>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n-GB" sz="700">
                <a:solidFill>
                  <a:srgbClr val="556271"/>
                </a:solidFill>
              </a:rPr>
              <a:t>Interfaces Gráficas y Procesamiento de Datos  / Módulo 2 / Unidad 3  / Raspberry Pi: Una placa avanzada con comunicaciones incluida</a:t>
            </a:r>
            <a:endParaRPr sz="700">
              <a:solidFill>
                <a:srgbClr val="556271"/>
              </a:solidFill>
            </a:endParaRPr>
          </a:p>
          <a:p>
            <a:pPr indent="0" lvl="0" marL="0" rtl="0" algn="r">
              <a:lnSpc>
                <a:spcPct val="90000"/>
              </a:lnSpc>
              <a:spcBef>
                <a:spcPts val="0"/>
              </a:spcBef>
              <a:spcAft>
                <a:spcPts val="0"/>
              </a:spcAft>
              <a:buNone/>
            </a:pPr>
            <a:r>
              <a:t/>
            </a:r>
            <a:endParaRPr sz="700">
              <a:solidFill>
                <a:srgbClr val="556271"/>
              </a:solidFill>
            </a:endParaRPr>
          </a:p>
          <a:p>
            <a:pPr indent="0" lvl="0" marL="0" rtl="0" algn="r">
              <a:lnSpc>
                <a:spcPct val="90000"/>
              </a:lnSpc>
              <a:spcBef>
                <a:spcPts val="0"/>
              </a:spcBef>
              <a:spcAft>
                <a:spcPts val="0"/>
              </a:spcAft>
              <a:buNone/>
            </a:pPr>
            <a:r>
              <a:t/>
            </a:r>
            <a:endParaRPr sz="700">
              <a:solidFill>
                <a:srgbClr val="556271"/>
              </a:solidFill>
            </a:endParaRPr>
          </a:p>
        </p:txBody>
      </p:sp>
      <p:graphicFrame>
        <p:nvGraphicFramePr>
          <p:cNvPr id="200" name="Google Shape;200;p34"/>
          <p:cNvGraphicFramePr/>
          <p:nvPr/>
        </p:nvGraphicFramePr>
        <p:xfrm>
          <a:off x="1670175" y="2051000"/>
          <a:ext cx="3000000" cy="3000000"/>
        </p:xfrm>
        <a:graphic>
          <a:graphicData uri="http://schemas.openxmlformats.org/drawingml/2006/table">
            <a:tbl>
              <a:tblPr>
                <a:noFill/>
                <a:tableStyleId>{ACA64369-37F7-4FE1-9EB4-99F18C80178D}</a:tableStyleId>
              </a:tblPr>
              <a:tblGrid>
                <a:gridCol w="2041200"/>
                <a:gridCol w="958350"/>
                <a:gridCol w="2804100"/>
              </a:tblGrid>
              <a:tr h="440175">
                <a:tc>
                  <a:txBody>
                    <a:bodyPr/>
                    <a:lstStyle/>
                    <a:p>
                      <a:pPr indent="0" lvl="0" marL="0" rtl="0" algn="l">
                        <a:spcBef>
                          <a:spcPts val="0"/>
                        </a:spcBef>
                        <a:spcAft>
                          <a:spcPts val="0"/>
                        </a:spcAft>
                        <a:buClr>
                          <a:schemeClr val="dk1"/>
                        </a:buClr>
                        <a:buSzPts val="1100"/>
                        <a:buFont typeface="Arial"/>
                        <a:buNone/>
                      </a:pPr>
                      <a:r>
                        <a:rPr lang="en-GB" sz="1200"/>
                        <a:t>Raspberry Pi Model</a:t>
                      </a:r>
                      <a:endParaRPr sz="1200"/>
                    </a:p>
                    <a:p>
                      <a:pPr indent="0" lvl="0" marL="0" rtl="0" algn="l">
                        <a:spcBef>
                          <a:spcPts val="0"/>
                        </a:spcBef>
                        <a:spcAft>
                          <a:spcPts val="0"/>
                        </a:spcAft>
                        <a:buNone/>
                      </a:pPr>
                      <a:r>
                        <a:t/>
                      </a:r>
                      <a:endParaRPr sz="1200"/>
                    </a:p>
                  </a:txBody>
                  <a:tcPr marT="91425" marB="91425" marR="91425" marL="91425">
                    <a:lnB cap="flat" cmpd="sng" w="6350">
                      <a:solidFill>
                        <a:srgbClr val="80808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GB" sz="1200">
                          <a:solidFill>
                            <a:schemeClr val="dk1"/>
                          </a:solidFill>
                        </a:rPr>
                        <a:t>Voltage</a:t>
                      </a:r>
                      <a:endParaRPr sz="1200"/>
                    </a:p>
                  </a:txBody>
                  <a:tcPr marT="91425" marB="91425" marR="91425" marL="91425">
                    <a:lnB cap="flat" cmpd="sng" w="6350">
                      <a:solidFill>
                        <a:srgbClr val="808080"/>
                      </a:solidFill>
                      <a:prstDash val="solid"/>
                      <a:round/>
                      <a:headEnd len="sm" w="sm" type="none"/>
                      <a:tailEnd len="sm" w="sm" type="none"/>
                    </a:lnB>
                  </a:tcPr>
                </a:tc>
                <a:tc>
                  <a:txBody>
                    <a:bodyPr/>
                    <a:lstStyle/>
                    <a:p>
                      <a:pPr indent="0" lvl="0" marL="0" rtl="0" algn="l">
                        <a:spcBef>
                          <a:spcPts val="0"/>
                        </a:spcBef>
                        <a:spcAft>
                          <a:spcPts val="0"/>
                        </a:spcAft>
                        <a:buNone/>
                      </a:pPr>
                      <a:r>
                        <a:rPr lang="en-GB" sz="1200">
                          <a:solidFill>
                            <a:schemeClr val="dk1"/>
                          </a:solidFill>
                        </a:rPr>
                        <a:t>Recommended PSU Current Capacity</a:t>
                      </a:r>
                      <a:endParaRPr sz="1200"/>
                    </a:p>
                  </a:txBody>
                  <a:tcPr marT="91425" marB="91425" marR="91425" marL="91425">
                    <a:lnB cap="flat" cmpd="sng" w="6350">
                      <a:solidFill>
                        <a:srgbClr val="808080"/>
                      </a:solidFill>
                      <a:prstDash val="solid"/>
                      <a:round/>
                      <a:headEnd len="sm" w="sm" type="none"/>
                      <a:tailEnd len="sm" w="sm" type="none"/>
                    </a:lnB>
                  </a:tcPr>
                </a:tc>
              </a:tr>
              <a:tr h="269000">
                <a:tc>
                  <a:txBody>
                    <a:bodyPr/>
                    <a:lstStyle/>
                    <a:p>
                      <a:pPr indent="0" lvl="0" marL="0" marR="0" rtl="0" algn="l">
                        <a:lnSpc>
                          <a:spcPct val="100000"/>
                        </a:lnSpc>
                        <a:spcBef>
                          <a:spcPts val="0"/>
                        </a:spcBef>
                        <a:spcAft>
                          <a:spcPts val="0"/>
                        </a:spcAft>
                        <a:buNone/>
                      </a:pPr>
                      <a:r>
                        <a:rPr lang="en-GB" sz="1200"/>
                        <a:t>Raspberry Pi 4B, 400</a:t>
                      </a:r>
                      <a:endParaRPr sz="1200"/>
                    </a:p>
                  </a:txBody>
                  <a:tcPr marT="76200" marB="76200" marR="76200" marL="76200">
                    <a:lnL cap="flat" cmpd="sng" w="6350">
                      <a:solidFill>
                        <a:srgbClr val="808080"/>
                      </a:solidFill>
                      <a:prstDash val="solid"/>
                      <a:round/>
                      <a:headEnd len="sm" w="sm" type="none"/>
                      <a:tailEnd len="sm" w="sm" type="none"/>
                    </a:lnL>
                    <a:lnR cap="flat" cmpd="sng" w="6350">
                      <a:solidFill>
                        <a:srgbClr val="808080"/>
                      </a:solidFill>
                      <a:prstDash val="solid"/>
                      <a:round/>
                      <a:headEnd len="sm" w="sm" type="none"/>
                      <a:tailEnd len="sm" w="sm" type="none"/>
                    </a:lnR>
                    <a:lnT cap="flat" cmpd="sng" w="6350">
                      <a:solidFill>
                        <a:srgbClr val="808080"/>
                      </a:solidFill>
                      <a:prstDash val="solid"/>
                      <a:round/>
                      <a:headEnd len="sm" w="sm" type="none"/>
                      <a:tailEnd len="sm" w="sm" type="none"/>
                    </a:lnT>
                    <a:lnB cap="flat" cmpd="sng" w="6350">
                      <a:solidFill>
                        <a:srgbClr val="E2E2E2"/>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GB" sz="1200"/>
                        <a:t>5V</a:t>
                      </a:r>
                      <a:endParaRPr sz="1200"/>
                    </a:p>
                  </a:txBody>
                  <a:tcPr marT="76200" marB="76200" marR="76200" marL="76200">
                    <a:lnL cap="flat" cmpd="sng" w="6350">
                      <a:solidFill>
                        <a:srgbClr val="808080"/>
                      </a:solidFill>
                      <a:prstDash val="solid"/>
                      <a:round/>
                      <a:headEnd len="sm" w="sm" type="none"/>
                      <a:tailEnd len="sm" w="sm" type="none"/>
                    </a:lnL>
                    <a:lnR cap="flat" cmpd="sng" w="6350">
                      <a:solidFill>
                        <a:srgbClr val="808080"/>
                      </a:solidFill>
                      <a:prstDash val="solid"/>
                      <a:round/>
                      <a:headEnd len="sm" w="sm" type="none"/>
                      <a:tailEnd len="sm" w="sm" type="none"/>
                    </a:lnR>
                    <a:lnT cap="flat" cmpd="sng" w="6350">
                      <a:solidFill>
                        <a:srgbClr val="808080"/>
                      </a:solidFill>
                      <a:prstDash val="solid"/>
                      <a:round/>
                      <a:headEnd len="sm" w="sm" type="none"/>
                      <a:tailEnd len="sm" w="sm" type="none"/>
                    </a:lnT>
                    <a:lnB cap="flat" cmpd="sng" w="6350">
                      <a:solidFill>
                        <a:srgbClr val="E2E2E2"/>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GB" sz="1200"/>
                        <a:t>3A</a:t>
                      </a:r>
                      <a:endParaRPr sz="1200"/>
                    </a:p>
                  </a:txBody>
                  <a:tcPr marT="76200" marB="76200" marR="76200" marL="76200">
                    <a:lnL cap="flat" cmpd="sng" w="6350">
                      <a:solidFill>
                        <a:srgbClr val="808080"/>
                      </a:solidFill>
                      <a:prstDash val="solid"/>
                      <a:round/>
                      <a:headEnd len="sm" w="sm" type="none"/>
                      <a:tailEnd len="sm" w="sm" type="none"/>
                    </a:lnL>
                    <a:lnR cap="flat" cmpd="sng" w="6350">
                      <a:solidFill>
                        <a:srgbClr val="808080"/>
                      </a:solidFill>
                      <a:prstDash val="solid"/>
                      <a:round/>
                      <a:headEnd len="sm" w="sm" type="none"/>
                      <a:tailEnd len="sm" w="sm" type="none"/>
                    </a:lnR>
                    <a:lnT cap="flat" cmpd="sng" w="6350">
                      <a:solidFill>
                        <a:srgbClr val="808080"/>
                      </a:solidFill>
                      <a:prstDash val="solid"/>
                      <a:round/>
                      <a:headEnd len="sm" w="sm" type="none"/>
                      <a:tailEnd len="sm" w="sm" type="none"/>
                    </a:lnT>
                    <a:lnB cap="flat" cmpd="sng" w="6350">
                      <a:solidFill>
                        <a:srgbClr val="E2E2E2"/>
                      </a:solidFill>
                      <a:prstDash val="solid"/>
                      <a:round/>
                      <a:headEnd len="sm" w="sm" type="none"/>
                      <a:tailEnd len="sm" w="sm" type="none"/>
                    </a:lnB>
                  </a:tcPr>
                </a:tc>
              </a:tr>
              <a:tr h="269000">
                <a:tc>
                  <a:txBody>
                    <a:bodyPr/>
                    <a:lstStyle/>
                    <a:p>
                      <a:pPr indent="0" lvl="0" marL="0" marR="0" rtl="0" algn="l">
                        <a:lnSpc>
                          <a:spcPct val="100000"/>
                        </a:lnSpc>
                        <a:spcBef>
                          <a:spcPts val="0"/>
                        </a:spcBef>
                        <a:spcAft>
                          <a:spcPts val="0"/>
                        </a:spcAft>
                        <a:buNone/>
                      </a:pPr>
                      <a:r>
                        <a:rPr lang="en-GB" sz="1200"/>
                        <a:t>Raspberry Pi 3B+/3B/3A+</a:t>
                      </a:r>
                      <a:endParaRPr sz="1200"/>
                    </a:p>
                  </a:txBody>
                  <a:tcPr marT="76200" marB="76200" marR="76200" marL="76200">
                    <a:lnL cap="flat" cmpd="sng" w="6350">
                      <a:solidFill>
                        <a:srgbClr val="808080"/>
                      </a:solidFill>
                      <a:prstDash val="solid"/>
                      <a:round/>
                      <a:headEnd len="sm" w="sm" type="none"/>
                      <a:tailEnd len="sm" w="sm" type="none"/>
                    </a:lnL>
                    <a:lnR cap="flat" cmpd="sng" w="6350">
                      <a:solidFill>
                        <a:srgbClr val="808080"/>
                      </a:solidFill>
                      <a:prstDash val="solid"/>
                      <a:round/>
                      <a:headEnd len="sm" w="sm" type="none"/>
                      <a:tailEnd len="sm" w="sm" type="none"/>
                    </a:lnR>
                    <a:lnT cap="flat" cmpd="sng" w="6350">
                      <a:solidFill>
                        <a:srgbClr val="E2E2E2"/>
                      </a:solidFill>
                      <a:prstDash val="solid"/>
                      <a:round/>
                      <a:headEnd len="sm" w="sm" type="none"/>
                      <a:tailEnd len="sm" w="sm" type="none"/>
                    </a:lnT>
                    <a:lnB cap="flat" cmpd="sng" w="6350">
                      <a:solidFill>
                        <a:srgbClr val="BCBCB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GB" sz="1200"/>
                        <a:t>5V</a:t>
                      </a:r>
                      <a:endParaRPr sz="1200"/>
                    </a:p>
                  </a:txBody>
                  <a:tcPr marT="76200" marB="76200" marR="76200" marL="76200">
                    <a:lnL cap="flat" cmpd="sng" w="6350">
                      <a:solidFill>
                        <a:srgbClr val="808080"/>
                      </a:solidFill>
                      <a:prstDash val="solid"/>
                      <a:round/>
                      <a:headEnd len="sm" w="sm" type="none"/>
                      <a:tailEnd len="sm" w="sm" type="none"/>
                    </a:lnL>
                    <a:lnR cap="flat" cmpd="sng" w="6350">
                      <a:solidFill>
                        <a:srgbClr val="808080"/>
                      </a:solidFill>
                      <a:prstDash val="solid"/>
                      <a:round/>
                      <a:headEnd len="sm" w="sm" type="none"/>
                      <a:tailEnd len="sm" w="sm" type="none"/>
                    </a:lnR>
                    <a:lnT cap="flat" cmpd="sng" w="6350">
                      <a:solidFill>
                        <a:srgbClr val="E2E2E2"/>
                      </a:solidFill>
                      <a:prstDash val="solid"/>
                      <a:round/>
                      <a:headEnd len="sm" w="sm" type="none"/>
                      <a:tailEnd len="sm" w="sm" type="none"/>
                    </a:lnT>
                    <a:lnB cap="flat" cmpd="sng" w="6350">
                      <a:solidFill>
                        <a:srgbClr val="BCBCB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GB" sz="1200"/>
                        <a:t>2.5A</a:t>
                      </a:r>
                      <a:endParaRPr sz="1200"/>
                    </a:p>
                  </a:txBody>
                  <a:tcPr marT="76200" marB="76200" marR="76200" marL="76200">
                    <a:lnL cap="flat" cmpd="sng" w="6350">
                      <a:solidFill>
                        <a:srgbClr val="808080"/>
                      </a:solidFill>
                      <a:prstDash val="solid"/>
                      <a:round/>
                      <a:headEnd len="sm" w="sm" type="none"/>
                      <a:tailEnd len="sm" w="sm" type="none"/>
                    </a:lnL>
                    <a:lnR cap="flat" cmpd="sng" w="6350">
                      <a:solidFill>
                        <a:srgbClr val="808080"/>
                      </a:solidFill>
                      <a:prstDash val="solid"/>
                      <a:round/>
                      <a:headEnd len="sm" w="sm" type="none"/>
                      <a:tailEnd len="sm" w="sm" type="none"/>
                    </a:lnR>
                    <a:lnT cap="flat" cmpd="sng" w="6350">
                      <a:solidFill>
                        <a:srgbClr val="E2E2E2"/>
                      </a:solidFill>
                      <a:prstDash val="solid"/>
                      <a:round/>
                      <a:headEnd len="sm" w="sm" type="none"/>
                      <a:tailEnd len="sm" w="sm" type="none"/>
                    </a:lnT>
                    <a:lnB cap="flat" cmpd="sng" w="6350">
                      <a:solidFill>
                        <a:srgbClr val="BCBCBC"/>
                      </a:solidFill>
                      <a:prstDash val="solid"/>
                      <a:round/>
                      <a:headEnd len="sm" w="sm" type="none"/>
                      <a:tailEnd len="sm" w="sm" type="none"/>
                    </a:lnB>
                  </a:tcPr>
                </a:tc>
              </a:tr>
              <a:tr h="269000">
                <a:tc>
                  <a:txBody>
                    <a:bodyPr/>
                    <a:lstStyle/>
                    <a:p>
                      <a:pPr indent="0" lvl="0" marL="0" marR="0" rtl="0" algn="l">
                        <a:lnSpc>
                          <a:spcPct val="100000"/>
                        </a:lnSpc>
                        <a:spcBef>
                          <a:spcPts val="0"/>
                        </a:spcBef>
                        <a:spcAft>
                          <a:spcPts val="0"/>
                        </a:spcAft>
                        <a:buNone/>
                      </a:pPr>
                      <a:r>
                        <a:rPr lang="en-GB" sz="1200"/>
                        <a:t>Raspberry Pi 2B/1B+</a:t>
                      </a:r>
                      <a:endParaRPr sz="1200"/>
                    </a:p>
                  </a:txBody>
                  <a:tcPr marT="76200" marB="76200" marR="76200" marL="76200">
                    <a:lnL cap="flat" cmpd="sng" w="6350">
                      <a:solidFill>
                        <a:srgbClr val="808080"/>
                      </a:solidFill>
                      <a:prstDash val="solid"/>
                      <a:round/>
                      <a:headEnd len="sm" w="sm" type="none"/>
                      <a:tailEnd len="sm" w="sm" type="none"/>
                    </a:lnL>
                    <a:lnR cap="flat" cmpd="sng" w="6350">
                      <a:solidFill>
                        <a:srgbClr val="808080"/>
                      </a:solidFill>
                      <a:prstDash val="solid"/>
                      <a:round/>
                      <a:headEnd len="sm" w="sm" type="none"/>
                      <a:tailEnd len="sm" w="sm" type="none"/>
                    </a:lnR>
                    <a:lnT cap="flat" cmpd="sng" w="6350">
                      <a:solidFill>
                        <a:srgbClr val="BCBCBC"/>
                      </a:solidFill>
                      <a:prstDash val="solid"/>
                      <a:round/>
                      <a:headEnd len="sm" w="sm" type="none"/>
                      <a:tailEnd len="sm" w="sm" type="none"/>
                    </a:lnT>
                    <a:lnB cap="flat" cmpd="sng" w="6350">
                      <a:solidFill>
                        <a:srgbClr val="E2E2E2"/>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GB" sz="1200"/>
                        <a:t>5V</a:t>
                      </a:r>
                      <a:endParaRPr sz="1200"/>
                    </a:p>
                  </a:txBody>
                  <a:tcPr marT="76200" marB="76200" marR="76200" marL="76200">
                    <a:lnL cap="flat" cmpd="sng" w="6350">
                      <a:solidFill>
                        <a:srgbClr val="808080"/>
                      </a:solidFill>
                      <a:prstDash val="solid"/>
                      <a:round/>
                      <a:headEnd len="sm" w="sm" type="none"/>
                      <a:tailEnd len="sm" w="sm" type="none"/>
                    </a:lnL>
                    <a:lnR cap="flat" cmpd="sng" w="6350">
                      <a:solidFill>
                        <a:srgbClr val="808080"/>
                      </a:solidFill>
                      <a:prstDash val="solid"/>
                      <a:round/>
                      <a:headEnd len="sm" w="sm" type="none"/>
                      <a:tailEnd len="sm" w="sm" type="none"/>
                    </a:lnR>
                    <a:lnT cap="flat" cmpd="sng" w="6350">
                      <a:solidFill>
                        <a:srgbClr val="BCBCBC"/>
                      </a:solidFill>
                      <a:prstDash val="solid"/>
                      <a:round/>
                      <a:headEnd len="sm" w="sm" type="none"/>
                      <a:tailEnd len="sm" w="sm" type="none"/>
                    </a:lnT>
                    <a:lnB cap="flat" cmpd="sng" w="6350">
                      <a:solidFill>
                        <a:srgbClr val="E2E2E2"/>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GB" sz="1200"/>
                        <a:t>1.8A</a:t>
                      </a:r>
                      <a:endParaRPr sz="1200"/>
                    </a:p>
                  </a:txBody>
                  <a:tcPr marT="76200" marB="76200" marR="76200" marL="76200">
                    <a:lnL cap="flat" cmpd="sng" w="6350">
                      <a:solidFill>
                        <a:srgbClr val="808080"/>
                      </a:solidFill>
                      <a:prstDash val="solid"/>
                      <a:round/>
                      <a:headEnd len="sm" w="sm" type="none"/>
                      <a:tailEnd len="sm" w="sm" type="none"/>
                    </a:lnL>
                    <a:lnR cap="flat" cmpd="sng" w="6350">
                      <a:solidFill>
                        <a:srgbClr val="808080"/>
                      </a:solidFill>
                      <a:prstDash val="solid"/>
                      <a:round/>
                      <a:headEnd len="sm" w="sm" type="none"/>
                      <a:tailEnd len="sm" w="sm" type="none"/>
                    </a:lnR>
                    <a:lnT cap="flat" cmpd="sng" w="6350">
                      <a:solidFill>
                        <a:srgbClr val="BCBCBC"/>
                      </a:solidFill>
                      <a:prstDash val="solid"/>
                      <a:round/>
                      <a:headEnd len="sm" w="sm" type="none"/>
                      <a:tailEnd len="sm" w="sm" type="none"/>
                    </a:lnT>
                    <a:lnB cap="flat" cmpd="sng" w="6350">
                      <a:solidFill>
                        <a:srgbClr val="E2E2E2"/>
                      </a:solidFill>
                      <a:prstDash val="solid"/>
                      <a:round/>
                      <a:headEnd len="sm" w="sm" type="none"/>
                      <a:tailEnd len="sm" w="sm" type="none"/>
                    </a:lnB>
                  </a:tcPr>
                </a:tc>
              </a:tr>
              <a:tr h="269000">
                <a:tc>
                  <a:txBody>
                    <a:bodyPr/>
                    <a:lstStyle/>
                    <a:p>
                      <a:pPr indent="0" lvl="0" marL="0" marR="0" rtl="0" algn="l">
                        <a:lnSpc>
                          <a:spcPct val="100000"/>
                        </a:lnSpc>
                        <a:spcBef>
                          <a:spcPts val="0"/>
                        </a:spcBef>
                        <a:spcAft>
                          <a:spcPts val="0"/>
                        </a:spcAft>
                        <a:buNone/>
                      </a:pPr>
                      <a:r>
                        <a:rPr lang="en-GB" sz="1200"/>
                        <a:t>Raspberry Pi 1B</a:t>
                      </a:r>
                      <a:endParaRPr sz="1200"/>
                    </a:p>
                  </a:txBody>
                  <a:tcPr marT="76200" marB="76200" marR="76200" marL="76200">
                    <a:lnL cap="flat" cmpd="sng" w="6350">
                      <a:solidFill>
                        <a:srgbClr val="808080"/>
                      </a:solidFill>
                      <a:prstDash val="solid"/>
                      <a:round/>
                      <a:headEnd len="sm" w="sm" type="none"/>
                      <a:tailEnd len="sm" w="sm" type="none"/>
                    </a:lnL>
                    <a:lnR cap="flat" cmpd="sng" w="6350">
                      <a:solidFill>
                        <a:srgbClr val="808080"/>
                      </a:solidFill>
                      <a:prstDash val="solid"/>
                      <a:round/>
                      <a:headEnd len="sm" w="sm" type="none"/>
                      <a:tailEnd len="sm" w="sm" type="none"/>
                    </a:lnR>
                    <a:lnT cap="flat" cmpd="sng" w="6350">
                      <a:solidFill>
                        <a:srgbClr val="E2E2E2"/>
                      </a:solidFill>
                      <a:prstDash val="solid"/>
                      <a:round/>
                      <a:headEnd len="sm" w="sm" type="none"/>
                      <a:tailEnd len="sm" w="sm" type="none"/>
                    </a:lnT>
                    <a:lnB cap="flat" cmpd="sng" w="6350">
                      <a:solidFill>
                        <a:srgbClr val="E2E2E2"/>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GB" sz="1200"/>
                        <a:t>5V</a:t>
                      </a:r>
                      <a:endParaRPr sz="1200"/>
                    </a:p>
                  </a:txBody>
                  <a:tcPr marT="76200" marB="76200" marR="76200" marL="76200">
                    <a:lnL cap="flat" cmpd="sng" w="6350">
                      <a:solidFill>
                        <a:srgbClr val="808080"/>
                      </a:solidFill>
                      <a:prstDash val="solid"/>
                      <a:round/>
                      <a:headEnd len="sm" w="sm" type="none"/>
                      <a:tailEnd len="sm" w="sm" type="none"/>
                    </a:lnL>
                    <a:lnR cap="flat" cmpd="sng" w="6350">
                      <a:solidFill>
                        <a:srgbClr val="808080"/>
                      </a:solidFill>
                      <a:prstDash val="solid"/>
                      <a:round/>
                      <a:headEnd len="sm" w="sm" type="none"/>
                      <a:tailEnd len="sm" w="sm" type="none"/>
                    </a:lnR>
                    <a:lnT cap="flat" cmpd="sng" w="6350">
                      <a:solidFill>
                        <a:srgbClr val="E2E2E2"/>
                      </a:solidFill>
                      <a:prstDash val="solid"/>
                      <a:round/>
                      <a:headEnd len="sm" w="sm" type="none"/>
                      <a:tailEnd len="sm" w="sm" type="none"/>
                    </a:lnT>
                    <a:lnB cap="flat" cmpd="sng" w="6350">
                      <a:solidFill>
                        <a:srgbClr val="E2E2E2"/>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GB" sz="1200"/>
                        <a:t>1.2A</a:t>
                      </a:r>
                      <a:endParaRPr sz="1200"/>
                    </a:p>
                  </a:txBody>
                  <a:tcPr marT="76200" marB="76200" marR="76200" marL="76200">
                    <a:lnL cap="flat" cmpd="sng" w="6350">
                      <a:solidFill>
                        <a:srgbClr val="808080"/>
                      </a:solidFill>
                      <a:prstDash val="solid"/>
                      <a:round/>
                      <a:headEnd len="sm" w="sm" type="none"/>
                      <a:tailEnd len="sm" w="sm" type="none"/>
                    </a:lnL>
                    <a:lnR cap="flat" cmpd="sng" w="6350">
                      <a:solidFill>
                        <a:srgbClr val="808080"/>
                      </a:solidFill>
                      <a:prstDash val="solid"/>
                      <a:round/>
                      <a:headEnd len="sm" w="sm" type="none"/>
                      <a:tailEnd len="sm" w="sm" type="none"/>
                    </a:lnR>
                    <a:lnT cap="flat" cmpd="sng" w="6350">
                      <a:solidFill>
                        <a:srgbClr val="E2E2E2"/>
                      </a:solidFill>
                      <a:prstDash val="solid"/>
                      <a:round/>
                      <a:headEnd len="sm" w="sm" type="none"/>
                      <a:tailEnd len="sm" w="sm" type="none"/>
                    </a:lnT>
                    <a:lnB cap="flat" cmpd="sng" w="6350">
                      <a:solidFill>
                        <a:srgbClr val="E2E2E2"/>
                      </a:solidFill>
                      <a:prstDash val="solid"/>
                      <a:round/>
                      <a:headEnd len="sm" w="sm" type="none"/>
                      <a:tailEnd len="sm" w="sm" type="none"/>
                    </a:lnB>
                  </a:tcPr>
                </a:tc>
              </a:tr>
              <a:tr h="269000">
                <a:tc>
                  <a:txBody>
                    <a:bodyPr/>
                    <a:lstStyle/>
                    <a:p>
                      <a:pPr indent="0" lvl="0" marL="0" marR="0" rtl="0" algn="l">
                        <a:lnSpc>
                          <a:spcPct val="100000"/>
                        </a:lnSpc>
                        <a:spcBef>
                          <a:spcPts val="0"/>
                        </a:spcBef>
                        <a:spcAft>
                          <a:spcPts val="0"/>
                        </a:spcAft>
                        <a:buNone/>
                      </a:pPr>
                      <a:r>
                        <a:rPr lang="en-GB" sz="1200"/>
                        <a:t>Raspberry Pi 1 A / A+</a:t>
                      </a:r>
                      <a:endParaRPr sz="1200"/>
                    </a:p>
                  </a:txBody>
                  <a:tcPr marT="76200" marB="76200" marR="76200" marL="76200">
                    <a:lnL cap="flat" cmpd="sng" w="6350">
                      <a:solidFill>
                        <a:srgbClr val="808080"/>
                      </a:solidFill>
                      <a:prstDash val="solid"/>
                      <a:round/>
                      <a:headEnd len="sm" w="sm" type="none"/>
                      <a:tailEnd len="sm" w="sm" type="none"/>
                    </a:lnL>
                    <a:lnR cap="flat" cmpd="sng" w="6350">
                      <a:solidFill>
                        <a:srgbClr val="808080"/>
                      </a:solidFill>
                      <a:prstDash val="solid"/>
                      <a:round/>
                      <a:headEnd len="sm" w="sm" type="none"/>
                      <a:tailEnd len="sm" w="sm" type="none"/>
                    </a:lnR>
                    <a:lnT cap="flat" cmpd="sng" w="6350">
                      <a:solidFill>
                        <a:srgbClr val="E2E2E2"/>
                      </a:solidFill>
                      <a:prstDash val="solid"/>
                      <a:round/>
                      <a:headEnd len="sm" w="sm" type="none"/>
                      <a:tailEnd len="sm" w="sm" type="none"/>
                    </a:lnT>
                    <a:lnB cap="flat" cmpd="sng" w="6350">
                      <a:solidFill>
                        <a:srgbClr val="E2E2E2"/>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GB" sz="1200"/>
                        <a:t>5V</a:t>
                      </a:r>
                      <a:endParaRPr sz="1200"/>
                    </a:p>
                  </a:txBody>
                  <a:tcPr marT="76200" marB="76200" marR="76200" marL="76200">
                    <a:lnL cap="flat" cmpd="sng" w="6350">
                      <a:solidFill>
                        <a:srgbClr val="808080"/>
                      </a:solidFill>
                      <a:prstDash val="solid"/>
                      <a:round/>
                      <a:headEnd len="sm" w="sm" type="none"/>
                      <a:tailEnd len="sm" w="sm" type="none"/>
                    </a:lnL>
                    <a:lnR cap="flat" cmpd="sng" w="6350">
                      <a:solidFill>
                        <a:srgbClr val="808080"/>
                      </a:solidFill>
                      <a:prstDash val="solid"/>
                      <a:round/>
                      <a:headEnd len="sm" w="sm" type="none"/>
                      <a:tailEnd len="sm" w="sm" type="none"/>
                    </a:lnR>
                    <a:lnT cap="flat" cmpd="sng" w="6350">
                      <a:solidFill>
                        <a:srgbClr val="E2E2E2"/>
                      </a:solidFill>
                      <a:prstDash val="solid"/>
                      <a:round/>
                      <a:headEnd len="sm" w="sm" type="none"/>
                      <a:tailEnd len="sm" w="sm" type="none"/>
                    </a:lnT>
                    <a:lnB cap="flat" cmpd="sng" w="6350">
                      <a:solidFill>
                        <a:srgbClr val="E2E2E2"/>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GB" sz="1200"/>
                        <a:t>700A</a:t>
                      </a:r>
                      <a:endParaRPr sz="1200"/>
                    </a:p>
                  </a:txBody>
                  <a:tcPr marT="76200" marB="76200" marR="76200" marL="76200">
                    <a:lnL cap="flat" cmpd="sng" w="6350">
                      <a:solidFill>
                        <a:srgbClr val="808080"/>
                      </a:solidFill>
                      <a:prstDash val="solid"/>
                      <a:round/>
                      <a:headEnd len="sm" w="sm" type="none"/>
                      <a:tailEnd len="sm" w="sm" type="none"/>
                    </a:lnL>
                    <a:lnR cap="flat" cmpd="sng" w="6350">
                      <a:solidFill>
                        <a:srgbClr val="808080"/>
                      </a:solidFill>
                      <a:prstDash val="solid"/>
                      <a:round/>
                      <a:headEnd len="sm" w="sm" type="none"/>
                      <a:tailEnd len="sm" w="sm" type="none"/>
                    </a:lnR>
                    <a:lnT cap="flat" cmpd="sng" w="6350">
                      <a:solidFill>
                        <a:srgbClr val="E2E2E2"/>
                      </a:solidFill>
                      <a:prstDash val="solid"/>
                      <a:round/>
                      <a:headEnd len="sm" w="sm" type="none"/>
                      <a:tailEnd len="sm" w="sm" type="none"/>
                    </a:lnT>
                    <a:lnB cap="flat" cmpd="sng" w="6350">
                      <a:solidFill>
                        <a:srgbClr val="E2E2E2"/>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cxnSp>
        <p:nvCxnSpPr>
          <p:cNvPr id="205" name="Google Shape;205;p35"/>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206" name="Google Shape;206;p35"/>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207" name="Google Shape;207;p35"/>
          <p:cNvSpPr txBox="1"/>
          <p:nvPr/>
        </p:nvSpPr>
        <p:spPr>
          <a:xfrm>
            <a:off x="355500" y="1367188"/>
            <a:ext cx="8035200" cy="3444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chemeClr val="dk1"/>
              </a:buClr>
              <a:buSzPts val="1100"/>
              <a:buFont typeface="Arial"/>
              <a:buNone/>
            </a:pPr>
            <a:r>
              <a:rPr lang="en-GB" sz="1600">
                <a:solidFill>
                  <a:srgbClr val="556271"/>
                </a:solidFill>
              </a:rPr>
              <a:t>Otros dispositivos de Raspberry Pi son:</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p:txBody>
      </p:sp>
      <p:sp>
        <p:nvSpPr>
          <p:cNvPr id="208" name="Google Shape;208;p35"/>
          <p:cNvSpPr txBox="1"/>
          <p:nvPr/>
        </p:nvSpPr>
        <p:spPr>
          <a:xfrm>
            <a:off x="326450" y="242575"/>
            <a:ext cx="3836700" cy="34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rPr b="1" lang="en-GB" sz="3000">
                <a:solidFill>
                  <a:srgbClr val="434343"/>
                </a:solidFill>
              </a:rPr>
              <a:t>RPi: Alimentación y Otros HW</a:t>
            </a:r>
            <a:endParaRPr b="1" sz="3000">
              <a:solidFill>
                <a:srgbClr val="434343"/>
              </a:solidFill>
            </a:endParaRPr>
          </a:p>
        </p:txBody>
      </p:sp>
      <p:sp>
        <p:nvSpPr>
          <p:cNvPr id="209" name="Google Shape;209;p35"/>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n-GB" sz="700">
                <a:solidFill>
                  <a:srgbClr val="556271"/>
                </a:solidFill>
              </a:rPr>
              <a:t>Interfaces Gráficas y Procesamiento de Datos  / Módulo 2 / Unidad 3  / Raspberry Pi: Una placa avanzada con comunicaciones incluida</a:t>
            </a:r>
            <a:endParaRPr sz="700">
              <a:solidFill>
                <a:srgbClr val="556271"/>
              </a:solidFill>
            </a:endParaRPr>
          </a:p>
          <a:p>
            <a:pPr indent="0" lvl="0" marL="0" rtl="0" algn="r">
              <a:lnSpc>
                <a:spcPct val="90000"/>
              </a:lnSpc>
              <a:spcBef>
                <a:spcPts val="0"/>
              </a:spcBef>
              <a:spcAft>
                <a:spcPts val="0"/>
              </a:spcAft>
              <a:buNone/>
            </a:pPr>
            <a:r>
              <a:t/>
            </a:r>
            <a:endParaRPr sz="700">
              <a:solidFill>
                <a:srgbClr val="556271"/>
              </a:solidFill>
            </a:endParaRPr>
          </a:p>
          <a:p>
            <a:pPr indent="0" lvl="0" marL="0" rtl="0" algn="r">
              <a:lnSpc>
                <a:spcPct val="90000"/>
              </a:lnSpc>
              <a:spcBef>
                <a:spcPts val="0"/>
              </a:spcBef>
              <a:spcAft>
                <a:spcPts val="0"/>
              </a:spcAft>
              <a:buNone/>
            </a:pPr>
            <a:r>
              <a:t/>
            </a:r>
            <a:endParaRPr sz="700">
              <a:solidFill>
                <a:srgbClr val="556271"/>
              </a:solidFill>
            </a:endParaRPr>
          </a:p>
        </p:txBody>
      </p:sp>
      <p:pic>
        <p:nvPicPr>
          <p:cNvPr id="210" name="Google Shape;210;p35"/>
          <p:cNvPicPr preferRelativeResize="0"/>
          <p:nvPr/>
        </p:nvPicPr>
        <p:blipFill>
          <a:blip r:embed="rId4">
            <a:alphaModFix/>
          </a:blip>
          <a:stretch>
            <a:fillRect/>
          </a:stretch>
        </p:blipFill>
        <p:spPr>
          <a:xfrm>
            <a:off x="355500" y="2117038"/>
            <a:ext cx="3302640" cy="1659275"/>
          </a:xfrm>
          <a:prstGeom prst="rect">
            <a:avLst/>
          </a:prstGeom>
          <a:noFill/>
          <a:ln>
            <a:noFill/>
          </a:ln>
        </p:spPr>
      </p:pic>
      <p:pic>
        <p:nvPicPr>
          <p:cNvPr id="211" name="Google Shape;211;p35"/>
          <p:cNvPicPr preferRelativeResize="0"/>
          <p:nvPr/>
        </p:nvPicPr>
        <p:blipFill>
          <a:blip r:embed="rId5">
            <a:alphaModFix/>
          </a:blip>
          <a:stretch>
            <a:fillRect/>
          </a:stretch>
        </p:blipFill>
        <p:spPr>
          <a:xfrm>
            <a:off x="4692325" y="2266538"/>
            <a:ext cx="4096175" cy="13602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pic>
        <p:nvPicPr>
          <p:cNvPr id="216" name="Google Shape;216;p36"/>
          <p:cNvPicPr preferRelativeResize="0"/>
          <p:nvPr/>
        </p:nvPicPr>
        <p:blipFill rotWithShape="1">
          <a:blip r:embed="rId3">
            <a:alphaModFix/>
          </a:blip>
          <a:srcRect b="4050" l="0" r="0" t="12442"/>
          <a:stretch/>
        </p:blipFill>
        <p:spPr>
          <a:xfrm>
            <a:off x="0" y="0"/>
            <a:ext cx="9144000" cy="5143496"/>
          </a:xfrm>
          <a:prstGeom prst="rect">
            <a:avLst/>
          </a:prstGeom>
          <a:noFill/>
          <a:ln>
            <a:noFill/>
          </a:ln>
        </p:spPr>
      </p:pic>
      <p:sp>
        <p:nvSpPr>
          <p:cNvPr id="217" name="Google Shape;217;p36"/>
          <p:cNvSpPr/>
          <p:nvPr/>
        </p:nvSpPr>
        <p:spPr>
          <a:xfrm>
            <a:off x="0" y="0"/>
            <a:ext cx="9144000" cy="5153100"/>
          </a:xfrm>
          <a:prstGeom prst="rect">
            <a:avLst/>
          </a:prstGeom>
          <a:solidFill>
            <a:srgbClr val="556271">
              <a:alpha val="8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36"/>
          <p:cNvSpPr txBox="1"/>
          <p:nvPr>
            <p:ph idx="4294967295" type="ctrTitle"/>
          </p:nvPr>
        </p:nvSpPr>
        <p:spPr>
          <a:xfrm>
            <a:off x="4368975" y="261625"/>
            <a:ext cx="2850900" cy="390600"/>
          </a:xfrm>
          <a:prstGeom prst="rect">
            <a:avLst/>
          </a:prstGeom>
          <a:noFill/>
          <a:ln>
            <a:noFill/>
          </a:ln>
        </p:spPr>
        <p:txBody>
          <a:bodyPr anchorCtr="0" anchor="t" bIns="91425" lIns="91425" spcFirstLastPara="1" rIns="91425" wrap="square" tIns="91425">
            <a:noAutofit/>
          </a:bodyPr>
          <a:lstStyle/>
          <a:p>
            <a:pPr indent="0" lvl="0" marL="0" marR="0" rtl="0" algn="r">
              <a:lnSpc>
                <a:spcPct val="90000"/>
              </a:lnSpc>
              <a:spcBef>
                <a:spcPts val="0"/>
              </a:spcBef>
              <a:spcAft>
                <a:spcPts val="0"/>
              </a:spcAft>
              <a:buClr>
                <a:schemeClr val="dk1"/>
              </a:buClr>
              <a:buSzPts val="1100"/>
              <a:buFont typeface="Arial"/>
              <a:buNone/>
            </a:pPr>
            <a:r>
              <a:rPr lang="en-GB" sz="1000">
                <a:solidFill>
                  <a:schemeClr val="lt1"/>
                </a:solidFill>
              </a:rPr>
              <a:t>Raspberry Pi: Una placa avanzada con comunicaciones incluida</a:t>
            </a:r>
            <a:endParaRPr sz="1000">
              <a:solidFill>
                <a:schemeClr val="lt1"/>
              </a:solidFill>
            </a:endParaRPr>
          </a:p>
          <a:p>
            <a:pPr indent="0" lvl="0" marL="0" marR="0" rtl="0" algn="l">
              <a:lnSpc>
                <a:spcPct val="90000"/>
              </a:lnSpc>
              <a:spcBef>
                <a:spcPts val="0"/>
              </a:spcBef>
              <a:spcAft>
                <a:spcPts val="0"/>
              </a:spcAft>
              <a:buClr>
                <a:schemeClr val="dk1"/>
              </a:buClr>
              <a:buSzPts val="1100"/>
              <a:buFont typeface="Arial"/>
              <a:buNone/>
            </a:pPr>
            <a:r>
              <a:t/>
            </a:r>
            <a:endParaRPr sz="1000">
              <a:solidFill>
                <a:schemeClr val="lt1"/>
              </a:solidFill>
            </a:endParaRPr>
          </a:p>
          <a:p>
            <a:pPr indent="0" lvl="0" marL="0" marR="0" rtl="0" algn="r">
              <a:lnSpc>
                <a:spcPct val="90000"/>
              </a:lnSpc>
              <a:spcBef>
                <a:spcPts val="0"/>
              </a:spcBef>
              <a:spcAft>
                <a:spcPts val="0"/>
              </a:spcAft>
              <a:buClr>
                <a:schemeClr val="dk1"/>
              </a:buClr>
              <a:buSzPts val="1100"/>
              <a:buFont typeface="Arial"/>
              <a:buNone/>
            </a:pPr>
            <a:r>
              <a:t/>
            </a:r>
            <a:endParaRPr sz="1000">
              <a:solidFill>
                <a:schemeClr val="lt1"/>
              </a:solidFill>
            </a:endParaRPr>
          </a:p>
          <a:p>
            <a:pPr indent="0" lvl="0" marL="0" marR="0" rtl="0" algn="r">
              <a:lnSpc>
                <a:spcPct val="90000"/>
              </a:lnSpc>
              <a:spcBef>
                <a:spcPts val="0"/>
              </a:spcBef>
              <a:spcAft>
                <a:spcPts val="0"/>
              </a:spcAft>
              <a:buClr>
                <a:schemeClr val="dk1"/>
              </a:buClr>
              <a:buSzPts val="1100"/>
              <a:buFont typeface="Arial"/>
              <a:buNone/>
            </a:pPr>
            <a:r>
              <a:t/>
            </a:r>
            <a:endParaRPr sz="1000">
              <a:solidFill>
                <a:schemeClr val="lt1"/>
              </a:solidFill>
            </a:endParaRPr>
          </a:p>
          <a:p>
            <a:pPr indent="0" lvl="0" marL="0" marR="0" rtl="0" algn="r">
              <a:lnSpc>
                <a:spcPct val="90000"/>
              </a:lnSpc>
              <a:spcBef>
                <a:spcPts val="0"/>
              </a:spcBef>
              <a:spcAft>
                <a:spcPts val="0"/>
              </a:spcAft>
              <a:buClr>
                <a:schemeClr val="dk1"/>
              </a:buClr>
              <a:buSzPts val="2800"/>
              <a:buFont typeface="Arial"/>
              <a:buNone/>
            </a:pPr>
            <a:r>
              <a:t/>
            </a:r>
            <a:endParaRPr sz="1000">
              <a:solidFill>
                <a:schemeClr val="lt1"/>
              </a:solidFill>
            </a:endParaRPr>
          </a:p>
        </p:txBody>
      </p:sp>
      <p:cxnSp>
        <p:nvCxnSpPr>
          <p:cNvPr id="219" name="Google Shape;219;p36"/>
          <p:cNvCxnSpPr/>
          <p:nvPr/>
        </p:nvCxnSpPr>
        <p:spPr>
          <a:xfrm flipH="1">
            <a:off x="7259850" y="309275"/>
            <a:ext cx="132000" cy="272100"/>
          </a:xfrm>
          <a:prstGeom prst="straightConnector1">
            <a:avLst/>
          </a:prstGeom>
          <a:noFill/>
          <a:ln cap="flat" cmpd="sng" w="9525">
            <a:solidFill>
              <a:schemeClr val="lt1"/>
            </a:solidFill>
            <a:prstDash val="solid"/>
            <a:round/>
            <a:headEnd len="sm" w="sm" type="none"/>
            <a:tailEnd len="sm" w="sm" type="none"/>
          </a:ln>
        </p:spPr>
      </p:cxnSp>
      <p:pic>
        <p:nvPicPr>
          <p:cNvPr id="220" name="Google Shape;220;p36"/>
          <p:cNvPicPr preferRelativeResize="0"/>
          <p:nvPr/>
        </p:nvPicPr>
        <p:blipFill rotWithShape="1">
          <a:blip r:embed="rId4">
            <a:alphaModFix/>
          </a:blip>
          <a:srcRect b="0" l="0" r="0" t="0"/>
          <a:stretch/>
        </p:blipFill>
        <p:spPr>
          <a:xfrm>
            <a:off x="7522238" y="256888"/>
            <a:ext cx="1362075" cy="400050"/>
          </a:xfrm>
          <a:prstGeom prst="rect">
            <a:avLst/>
          </a:prstGeom>
          <a:noFill/>
          <a:ln>
            <a:noFill/>
          </a:ln>
        </p:spPr>
      </p:pic>
      <p:sp>
        <p:nvSpPr>
          <p:cNvPr id="221" name="Google Shape;221;p36"/>
          <p:cNvSpPr txBox="1"/>
          <p:nvPr>
            <p:ph idx="4294967295" type="ctrTitle"/>
          </p:nvPr>
        </p:nvSpPr>
        <p:spPr>
          <a:xfrm>
            <a:off x="1086150" y="2041427"/>
            <a:ext cx="5429100" cy="969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lang="en-GB" sz="2600">
                <a:solidFill>
                  <a:schemeClr val="lt1"/>
                </a:solidFill>
              </a:rPr>
              <a:t>El software: Como bootear, iniciar y usar la placa</a:t>
            </a:r>
            <a:endParaRPr b="1" sz="2600">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cxnSp>
        <p:nvCxnSpPr>
          <p:cNvPr id="226" name="Google Shape;226;p37"/>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227" name="Google Shape;227;p37"/>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228" name="Google Shape;228;p37"/>
          <p:cNvSpPr txBox="1"/>
          <p:nvPr/>
        </p:nvSpPr>
        <p:spPr>
          <a:xfrm>
            <a:off x="554400" y="1416450"/>
            <a:ext cx="8035200" cy="2997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chemeClr val="dk1"/>
              </a:buClr>
              <a:buSzPts val="1100"/>
              <a:buFont typeface="Arial"/>
              <a:buNone/>
            </a:pPr>
            <a:r>
              <a:rPr lang="en-GB" sz="1600">
                <a:solidFill>
                  <a:srgbClr val="556271"/>
                </a:solidFill>
              </a:rPr>
              <a:t>Una imagen de un sistema es una copia serializada de un estado de computadora la </a:t>
            </a:r>
            <a:r>
              <a:rPr lang="en-GB" sz="1600">
                <a:solidFill>
                  <a:srgbClr val="556271"/>
                </a:solidFill>
              </a:rPr>
              <a:t>cuál</a:t>
            </a:r>
            <a:r>
              <a:rPr lang="en-GB" sz="1600">
                <a:solidFill>
                  <a:srgbClr val="556271"/>
                </a:solidFill>
              </a:rPr>
              <a:t> puede ser almacenada en un archivo y luego implementado como la </a:t>
            </a:r>
            <a:r>
              <a:rPr lang="en-GB" sz="1600">
                <a:solidFill>
                  <a:srgbClr val="556271"/>
                </a:solidFill>
              </a:rPr>
              <a:t>colección</a:t>
            </a:r>
            <a:r>
              <a:rPr lang="en-GB" sz="1600">
                <a:solidFill>
                  <a:srgbClr val="556271"/>
                </a:solidFill>
              </a:rPr>
              <a:t> de programas y archivos necesarios para obtener un sistema operativo funcional. . </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rPr lang="en-GB" sz="1600">
                <a:solidFill>
                  <a:srgbClr val="556271"/>
                </a:solidFill>
              </a:rPr>
              <a:t>Con Raspberry Pi, lo que vamos a hacer justamente es descargar una imagen la </a:t>
            </a:r>
            <a:r>
              <a:rPr lang="en-GB" sz="1600">
                <a:solidFill>
                  <a:srgbClr val="556271"/>
                </a:solidFill>
              </a:rPr>
              <a:t>cual</a:t>
            </a:r>
            <a:r>
              <a:rPr lang="en-GB" sz="1600">
                <a:solidFill>
                  <a:srgbClr val="556271"/>
                </a:solidFill>
              </a:rPr>
              <a:t> será almacenada en la tarjeta SD y la primera vez que iniciemos la placa, ésta </a:t>
            </a:r>
            <a:r>
              <a:rPr lang="en-GB" sz="1600">
                <a:solidFill>
                  <a:srgbClr val="556271"/>
                </a:solidFill>
              </a:rPr>
              <a:t>será</a:t>
            </a:r>
            <a:r>
              <a:rPr lang="en-GB" sz="1600">
                <a:solidFill>
                  <a:srgbClr val="556271"/>
                </a:solidFill>
              </a:rPr>
              <a:t> utilizada para iniciar nuestro sistema. </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rPr lang="en-GB" sz="1600">
                <a:solidFill>
                  <a:srgbClr val="556271"/>
                </a:solidFill>
              </a:rPr>
              <a:t>Para ello, podemos ingresar a: </a:t>
            </a:r>
            <a:r>
              <a:rPr lang="en-GB" sz="1600" u="sng">
                <a:solidFill>
                  <a:schemeClr val="hlink"/>
                </a:solidFill>
                <a:hlinkClick r:id="rId4"/>
              </a:rPr>
              <a:t>https://www.raspberrypi.com/software/operating-systems/</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rPr lang="en-GB" sz="1600">
                <a:solidFill>
                  <a:srgbClr val="556271"/>
                </a:solidFill>
              </a:rPr>
              <a:t>Sin embargo, recomendamos descargar la imagen desde Processing para incluir en su RPi al programa desde un </a:t>
            </a:r>
            <a:r>
              <a:rPr lang="en-GB" sz="1600">
                <a:solidFill>
                  <a:srgbClr val="556271"/>
                </a:solidFill>
              </a:rPr>
              <a:t>inicio</a:t>
            </a:r>
            <a:r>
              <a:rPr lang="en-GB" sz="1600">
                <a:solidFill>
                  <a:srgbClr val="556271"/>
                </a:solidFill>
              </a:rPr>
              <a:t>:  </a:t>
            </a:r>
            <a:r>
              <a:rPr lang="en-GB" sz="1600" u="sng">
                <a:solidFill>
                  <a:schemeClr val="hlink"/>
                </a:solidFill>
                <a:hlinkClick r:id="rId5"/>
              </a:rPr>
              <a:t>https://pi.processing.org/get-started/</a:t>
            </a:r>
            <a:r>
              <a:rPr lang="en-GB" sz="1600">
                <a:solidFill>
                  <a:srgbClr val="556271"/>
                </a:solidFill>
              </a:rPr>
              <a:t> </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p:txBody>
      </p:sp>
      <p:sp>
        <p:nvSpPr>
          <p:cNvPr id="229" name="Google Shape;229;p37"/>
          <p:cNvSpPr txBox="1"/>
          <p:nvPr/>
        </p:nvSpPr>
        <p:spPr>
          <a:xfrm>
            <a:off x="326450" y="242575"/>
            <a:ext cx="3414600" cy="848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rPr b="1" lang="en-GB" sz="3000">
                <a:solidFill>
                  <a:srgbClr val="434343"/>
                </a:solidFill>
              </a:rPr>
              <a:t>SW: </a:t>
            </a:r>
            <a:r>
              <a:rPr b="1" lang="en-GB" sz="3000">
                <a:solidFill>
                  <a:srgbClr val="434343"/>
                </a:solidFill>
              </a:rPr>
              <a:t>Imágenes</a:t>
            </a:r>
            <a:r>
              <a:rPr b="1" lang="en-GB" sz="3000">
                <a:solidFill>
                  <a:srgbClr val="434343"/>
                </a:solidFill>
              </a:rPr>
              <a:t> y Boots</a:t>
            </a:r>
            <a:endParaRPr b="1" sz="3000">
              <a:solidFill>
                <a:srgbClr val="434343"/>
              </a:solidFill>
            </a:endParaRPr>
          </a:p>
        </p:txBody>
      </p:sp>
      <p:sp>
        <p:nvSpPr>
          <p:cNvPr id="230" name="Google Shape;230;p37"/>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n-GB" sz="700">
                <a:solidFill>
                  <a:srgbClr val="556271"/>
                </a:solidFill>
              </a:rPr>
              <a:t>Interfaces Gráficas y Procesamiento de Datos  / Módulo 2 / Unidad 3  / Raspberry Pi: Una placa avanzada con comunicaciones incluida</a:t>
            </a:r>
            <a:endParaRPr sz="700">
              <a:solidFill>
                <a:srgbClr val="556271"/>
              </a:solidFill>
            </a:endParaRPr>
          </a:p>
          <a:p>
            <a:pPr indent="0" lvl="0" marL="0" rtl="0" algn="r">
              <a:lnSpc>
                <a:spcPct val="90000"/>
              </a:lnSpc>
              <a:spcBef>
                <a:spcPts val="0"/>
              </a:spcBef>
              <a:spcAft>
                <a:spcPts val="0"/>
              </a:spcAft>
              <a:buNone/>
            </a:pPr>
            <a:r>
              <a:t/>
            </a:r>
            <a:endParaRPr sz="700">
              <a:solidFill>
                <a:srgbClr val="556271"/>
              </a:solidFill>
            </a:endParaRPr>
          </a:p>
          <a:p>
            <a:pPr indent="0" lvl="0" marL="0" rtl="0" algn="r">
              <a:lnSpc>
                <a:spcPct val="90000"/>
              </a:lnSpc>
              <a:spcBef>
                <a:spcPts val="0"/>
              </a:spcBef>
              <a:spcAft>
                <a:spcPts val="0"/>
              </a:spcAft>
              <a:buNone/>
            </a:pPr>
            <a:r>
              <a:t/>
            </a:r>
            <a:endParaRPr sz="700">
              <a:solidFill>
                <a:srgbClr val="55627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cxnSp>
        <p:nvCxnSpPr>
          <p:cNvPr id="235" name="Google Shape;235;p38"/>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236" name="Google Shape;236;p38"/>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237" name="Google Shape;237;p38"/>
          <p:cNvSpPr txBox="1"/>
          <p:nvPr/>
        </p:nvSpPr>
        <p:spPr>
          <a:xfrm>
            <a:off x="554400" y="1305700"/>
            <a:ext cx="8035200" cy="3526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chemeClr val="dk1"/>
              </a:buClr>
              <a:buSzPts val="1100"/>
              <a:buFont typeface="Arial"/>
              <a:buNone/>
            </a:pPr>
            <a:r>
              <a:rPr lang="en-GB" sz="1600">
                <a:solidFill>
                  <a:srgbClr val="556271"/>
                </a:solidFill>
              </a:rPr>
              <a:t>Los pasos para instalar la imagen son:</a:t>
            </a:r>
            <a:endParaRPr sz="1600">
              <a:solidFill>
                <a:srgbClr val="556271"/>
              </a:solidFill>
            </a:endParaRPr>
          </a:p>
          <a:p>
            <a:pPr indent="-330200" lvl="0" marL="457200" marR="0" rtl="0" algn="l">
              <a:lnSpc>
                <a:spcPct val="130000"/>
              </a:lnSpc>
              <a:spcBef>
                <a:spcPts val="0"/>
              </a:spcBef>
              <a:spcAft>
                <a:spcPts val="0"/>
              </a:spcAft>
              <a:buClr>
                <a:srgbClr val="556271"/>
              </a:buClr>
              <a:buSzPts val="1600"/>
              <a:buAutoNum type="arabicPeriod"/>
            </a:pPr>
            <a:r>
              <a:rPr lang="en-GB" sz="1600">
                <a:solidFill>
                  <a:srgbClr val="556271"/>
                </a:solidFill>
              </a:rPr>
              <a:t>Descargar el Raspberry Pi Imager</a:t>
            </a:r>
            <a:r>
              <a:rPr lang="en-GB" sz="1600">
                <a:solidFill>
                  <a:srgbClr val="556271"/>
                </a:solidFill>
              </a:rPr>
              <a:t>: </a:t>
            </a:r>
            <a:r>
              <a:rPr lang="en-GB" sz="1600" u="sng">
                <a:solidFill>
                  <a:schemeClr val="hlink"/>
                </a:solidFill>
                <a:hlinkClick r:id="rId4"/>
              </a:rPr>
              <a:t>https://www.raspberrypi.com/software/</a:t>
            </a:r>
            <a:r>
              <a:rPr lang="en-GB" sz="1600">
                <a:solidFill>
                  <a:srgbClr val="556271"/>
                </a:solidFill>
              </a:rPr>
              <a:t>. Esto nos permitirá flashear la imagen a nuestra SD.</a:t>
            </a:r>
            <a:endParaRPr sz="1600">
              <a:solidFill>
                <a:srgbClr val="556271"/>
              </a:solidFill>
            </a:endParaRPr>
          </a:p>
          <a:p>
            <a:pPr indent="-330200" lvl="0" marL="457200" marR="0" rtl="0" algn="l">
              <a:lnSpc>
                <a:spcPct val="130000"/>
              </a:lnSpc>
              <a:spcBef>
                <a:spcPts val="0"/>
              </a:spcBef>
              <a:spcAft>
                <a:spcPts val="0"/>
              </a:spcAft>
              <a:buClr>
                <a:srgbClr val="556271"/>
              </a:buClr>
              <a:buSzPts val="1600"/>
              <a:buAutoNum type="arabicPeriod"/>
            </a:pPr>
            <a:r>
              <a:rPr lang="en-GB" sz="1600">
                <a:solidFill>
                  <a:srgbClr val="556271"/>
                </a:solidFill>
              </a:rPr>
              <a:t>Descargar la imagen de Raspbian deseada en caso de querer instalar una distinta a las disponibles en el </a:t>
            </a:r>
            <a:r>
              <a:rPr lang="en-GB" sz="1600">
                <a:solidFill>
                  <a:srgbClr val="556271"/>
                </a:solidFill>
              </a:rPr>
              <a:t>Imager</a:t>
            </a:r>
            <a:r>
              <a:rPr lang="en-GB" sz="1600">
                <a:solidFill>
                  <a:srgbClr val="556271"/>
                </a:solidFill>
              </a:rPr>
              <a:t>. </a:t>
            </a:r>
            <a:endParaRPr sz="1600">
              <a:solidFill>
                <a:srgbClr val="556271"/>
              </a:solidFill>
            </a:endParaRPr>
          </a:p>
          <a:p>
            <a:pPr indent="-330200" lvl="0" marL="457200" marR="0" rtl="0" algn="l">
              <a:lnSpc>
                <a:spcPct val="130000"/>
              </a:lnSpc>
              <a:spcBef>
                <a:spcPts val="0"/>
              </a:spcBef>
              <a:spcAft>
                <a:spcPts val="0"/>
              </a:spcAft>
              <a:buClr>
                <a:srgbClr val="556271"/>
              </a:buClr>
              <a:buSzPts val="1600"/>
              <a:buAutoNum type="arabicPeriod"/>
            </a:pPr>
            <a:r>
              <a:rPr lang="en-GB" sz="1600">
                <a:solidFill>
                  <a:srgbClr val="556271"/>
                </a:solidFill>
              </a:rPr>
              <a:t>(Opcional) Formatear la SD en FAT32.</a:t>
            </a:r>
            <a:endParaRPr sz="1600">
              <a:solidFill>
                <a:srgbClr val="556271"/>
              </a:solidFill>
            </a:endParaRPr>
          </a:p>
          <a:p>
            <a:pPr indent="-330200" lvl="0" marL="457200" marR="0" rtl="0" algn="l">
              <a:lnSpc>
                <a:spcPct val="130000"/>
              </a:lnSpc>
              <a:spcBef>
                <a:spcPts val="0"/>
              </a:spcBef>
              <a:spcAft>
                <a:spcPts val="0"/>
              </a:spcAft>
              <a:buClr>
                <a:srgbClr val="556271"/>
              </a:buClr>
              <a:buSzPts val="1600"/>
              <a:buAutoNum type="arabicPeriod"/>
            </a:pPr>
            <a:r>
              <a:rPr lang="en-GB" sz="1600">
                <a:solidFill>
                  <a:srgbClr val="556271"/>
                </a:solidFill>
              </a:rPr>
              <a:t>Utilizar el Installer para quemar el bootloader/imagen en la SD.</a:t>
            </a:r>
            <a:endParaRPr sz="1600">
              <a:solidFill>
                <a:srgbClr val="556271"/>
              </a:solidFill>
            </a:endParaRPr>
          </a:p>
          <a:p>
            <a:pPr indent="-330200" lvl="0" marL="457200" marR="0" rtl="0" algn="l">
              <a:lnSpc>
                <a:spcPct val="130000"/>
              </a:lnSpc>
              <a:spcBef>
                <a:spcPts val="0"/>
              </a:spcBef>
              <a:spcAft>
                <a:spcPts val="0"/>
              </a:spcAft>
              <a:buClr>
                <a:srgbClr val="556271"/>
              </a:buClr>
              <a:buSzPts val="1600"/>
              <a:buAutoNum type="arabicPeriod"/>
            </a:pPr>
            <a:r>
              <a:rPr lang="en-GB" sz="1600">
                <a:solidFill>
                  <a:srgbClr val="556271"/>
                </a:solidFill>
              </a:rPr>
              <a:t>(Opcional) Ir al archivo de </a:t>
            </a:r>
            <a:r>
              <a:rPr lang="en-GB" sz="1600">
                <a:solidFill>
                  <a:srgbClr val="556271"/>
                </a:solidFill>
              </a:rPr>
              <a:t>configuración</a:t>
            </a:r>
            <a:r>
              <a:rPr lang="en-GB" sz="1600">
                <a:solidFill>
                  <a:srgbClr val="556271"/>
                </a:solidFill>
              </a:rPr>
              <a:t> y descomentar aquellas </a:t>
            </a:r>
            <a:r>
              <a:rPr lang="en-GB" sz="1600">
                <a:solidFill>
                  <a:srgbClr val="556271"/>
                </a:solidFill>
              </a:rPr>
              <a:t>líneas</a:t>
            </a:r>
            <a:r>
              <a:rPr lang="en-GB" sz="1600">
                <a:solidFill>
                  <a:srgbClr val="556271"/>
                </a:solidFill>
              </a:rPr>
              <a:t> que refieran a forzar modos de imagen para HDMI.</a:t>
            </a:r>
            <a:endParaRPr sz="1600">
              <a:solidFill>
                <a:srgbClr val="556271"/>
              </a:solidFill>
            </a:endParaRPr>
          </a:p>
          <a:p>
            <a:pPr indent="-330200" lvl="0" marL="457200" marR="0" rtl="0" algn="l">
              <a:lnSpc>
                <a:spcPct val="130000"/>
              </a:lnSpc>
              <a:spcBef>
                <a:spcPts val="0"/>
              </a:spcBef>
              <a:spcAft>
                <a:spcPts val="0"/>
              </a:spcAft>
              <a:buClr>
                <a:srgbClr val="556271"/>
              </a:buClr>
              <a:buSzPts val="1600"/>
              <a:buAutoNum type="arabicPeriod"/>
            </a:pPr>
            <a:r>
              <a:rPr lang="en-GB" sz="1600">
                <a:solidFill>
                  <a:srgbClr val="556271"/>
                </a:solidFill>
              </a:rPr>
              <a:t>Eyectar seguramente la SD e ingresarla al Raspberry Pi habiendo previamente conectado el HDMI y </a:t>
            </a:r>
            <a:r>
              <a:rPr lang="en-GB" sz="1600">
                <a:solidFill>
                  <a:srgbClr val="556271"/>
                </a:solidFill>
              </a:rPr>
              <a:t>periféricos</a:t>
            </a:r>
            <a:r>
              <a:rPr lang="en-GB" sz="1600">
                <a:solidFill>
                  <a:srgbClr val="556271"/>
                </a:solidFill>
              </a:rPr>
              <a:t> (p.e., mouse, teclado).</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p:txBody>
      </p:sp>
      <p:sp>
        <p:nvSpPr>
          <p:cNvPr id="238" name="Google Shape;238;p38"/>
          <p:cNvSpPr txBox="1"/>
          <p:nvPr/>
        </p:nvSpPr>
        <p:spPr>
          <a:xfrm>
            <a:off x="326450" y="242575"/>
            <a:ext cx="3414600" cy="848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rPr b="1" lang="en-GB" sz="3000">
                <a:solidFill>
                  <a:srgbClr val="434343"/>
                </a:solidFill>
              </a:rPr>
              <a:t>SW: Imágenes y Bootloaders</a:t>
            </a:r>
            <a:endParaRPr b="1" sz="3000">
              <a:solidFill>
                <a:srgbClr val="434343"/>
              </a:solidFill>
            </a:endParaRPr>
          </a:p>
        </p:txBody>
      </p:sp>
      <p:sp>
        <p:nvSpPr>
          <p:cNvPr id="239" name="Google Shape;239;p38"/>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n-GB" sz="700">
                <a:solidFill>
                  <a:srgbClr val="556271"/>
                </a:solidFill>
              </a:rPr>
              <a:t>Interfaces Gráficas y Procesamiento de Datos  / Módulo 2 / Unidad 3  / Raspberry Pi: Una placa avanzada con comunicaciones incluida</a:t>
            </a:r>
            <a:endParaRPr sz="700">
              <a:solidFill>
                <a:srgbClr val="556271"/>
              </a:solidFill>
            </a:endParaRPr>
          </a:p>
          <a:p>
            <a:pPr indent="0" lvl="0" marL="0" rtl="0" algn="r">
              <a:lnSpc>
                <a:spcPct val="90000"/>
              </a:lnSpc>
              <a:spcBef>
                <a:spcPts val="0"/>
              </a:spcBef>
              <a:spcAft>
                <a:spcPts val="0"/>
              </a:spcAft>
              <a:buNone/>
            </a:pPr>
            <a:r>
              <a:t/>
            </a:r>
            <a:endParaRPr sz="700">
              <a:solidFill>
                <a:srgbClr val="556271"/>
              </a:solidFill>
            </a:endParaRPr>
          </a:p>
          <a:p>
            <a:pPr indent="0" lvl="0" marL="0" rtl="0" algn="r">
              <a:lnSpc>
                <a:spcPct val="90000"/>
              </a:lnSpc>
              <a:spcBef>
                <a:spcPts val="0"/>
              </a:spcBef>
              <a:spcAft>
                <a:spcPts val="0"/>
              </a:spcAft>
              <a:buNone/>
            </a:pPr>
            <a:r>
              <a:t/>
            </a:r>
            <a:endParaRPr sz="700">
              <a:solidFill>
                <a:srgbClr val="55627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pic>
        <p:nvPicPr>
          <p:cNvPr id="244" name="Google Shape;244;p39"/>
          <p:cNvPicPr preferRelativeResize="0"/>
          <p:nvPr/>
        </p:nvPicPr>
        <p:blipFill rotWithShape="1">
          <a:blip r:embed="rId3">
            <a:alphaModFix/>
          </a:blip>
          <a:srcRect b="4050" l="0" r="0" t="12442"/>
          <a:stretch/>
        </p:blipFill>
        <p:spPr>
          <a:xfrm>
            <a:off x="0" y="0"/>
            <a:ext cx="9144000" cy="5143496"/>
          </a:xfrm>
          <a:prstGeom prst="rect">
            <a:avLst/>
          </a:prstGeom>
          <a:noFill/>
          <a:ln>
            <a:noFill/>
          </a:ln>
        </p:spPr>
      </p:pic>
      <p:sp>
        <p:nvSpPr>
          <p:cNvPr id="245" name="Google Shape;245;p39"/>
          <p:cNvSpPr/>
          <p:nvPr/>
        </p:nvSpPr>
        <p:spPr>
          <a:xfrm>
            <a:off x="0" y="0"/>
            <a:ext cx="9144000" cy="5153100"/>
          </a:xfrm>
          <a:prstGeom prst="rect">
            <a:avLst/>
          </a:prstGeom>
          <a:solidFill>
            <a:srgbClr val="556271">
              <a:alpha val="8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39"/>
          <p:cNvSpPr txBox="1"/>
          <p:nvPr>
            <p:ph idx="4294967295" type="ctrTitle"/>
          </p:nvPr>
        </p:nvSpPr>
        <p:spPr>
          <a:xfrm>
            <a:off x="4368975" y="261625"/>
            <a:ext cx="2850900" cy="390600"/>
          </a:xfrm>
          <a:prstGeom prst="rect">
            <a:avLst/>
          </a:prstGeom>
          <a:noFill/>
          <a:ln>
            <a:noFill/>
          </a:ln>
        </p:spPr>
        <p:txBody>
          <a:bodyPr anchorCtr="0" anchor="t" bIns="91425" lIns="91425" spcFirstLastPara="1" rIns="91425" wrap="square" tIns="91425">
            <a:noAutofit/>
          </a:bodyPr>
          <a:lstStyle/>
          <a:p>
            <a:pPr indent="0" lvl="0" marL="0" marR="0" rtl="0" algn="r">
              <a:lnSpc>
                <a:spcPct val="90000"/>
              </a:lnSpc>
              <a:spcBef>
                <a:spcPts val="0"/>
              </a:spcBef>
              <a:spcAft>
                <a:spcPts val="0"/>
              </a:spcAft>
              <a:buClr>
                <a:schemeClr val="dk1"/>
              </a:buClr>
              <a:buSzPts val="1100"/>
              <a:buFont typeface="Arial"/>
              <a:buNone/>
            </a:pPr>
            <a:r>
              <a:rPr lang="en-GB" sz="1000">
                <a:solidFill>
                  <a:schemeClr val="lt1"/>
                </a:solidFill>
              </a:rPr>
              <a:t>Raspberry Pi: Una placa avanzada con comunicaciones incluida</a:t>
            </a:r>
            <a:endParaRPr sz="1000">
              <a:solidFill>
                <a:schemeClr val="lt1"/>
              </a:solidFill>
            </a:endParaRPr>
          </a:p>
          <a:p>
            <a:pPr indent="0" lvl="0" marL="0" marR="0" rtl="0" algn="l">
              <a:lnSpc>
                <a:spcPct val="90000"/>
              </a:lnSpc>
              <a:spcBef>
                <a:spcPts val="0"/>
              </a:spcBef>
              <a:spcAft>
                <a:spcPts val="0"/>
              </a:spcAft>
              <a:buClr>
                <a:schemeClr val="dk1"/>
              </a:buClr>
              <a:buSzPts val="1100"/>
              <a:buFont typeface="Arial"/>
              <a:buNone/>
            </a:pPr>
            <a:r>
              <a:t/>
            </a:r>
            <a:endParaRPr sz="1000">
              <a:solidFill>
                <a:schemeClr val="lt1"/>
              </a:solidFill>
            </a:endParaRPr>
          </a:p>
          <a:p>
            <a:pPr indent="0" lvl="0" marL="0" marR="0" rtl="0" algn="r">
              <a:lnSpc>
                <a:spcPct val="90000"/>
              </a:lnSpc>
              <a:spcBef>
                <a:spcPts val="0"/>
              </a:spcBef>
              <a:spcAft>
                <a:spcPts val="0"/>
              </a:spcAft>
              <a:buClr>
                <a:schemeClr val="dk1"/>
              </a:buClr>
              <a:buSzPts val="1100"/>
              <a:buFont typeface="Arial"/>
              <a:buNone/>
            </a:pPr>
            <a:r>
              <a:t/>
            </a:r>
            <a:endParaRPr sz="1000">
              <a:solidFill>
                <a:schemeClr val="lt1"/>
              </a:solidFill>
            </a:endParaRPr>
          </a:p>
          <a:p>
            <a:pPr indent="0" lvl="0" marL="0" marR="0" rtl="0" algn="r">
              <a:lnSpc>
                <a:spcPct val="90000"/>
              </a:lnSpc>
              <a:spcBef>
                <a:spcPts val="0"/>
              </a:spcBef>
              <a:spcAft>
                <a:spcPts val="0"/>
              </a:spcAft>
              <a:buClr>
                <a:schemeClr val="dk1"/>
              </a:buClr>
              <a:buSzPts val="1100"/>
              <a:buFont typeface="Arial"/>
              <a:buNone/>
            </a:pPr>
            <a:r>
              <a:t/>
            </a:r>
            <a:endParaRPr sz="1000">
              <a:solidFill>
                <a:schemeClr val="lt1"/>
              </a:solidFill>
            </a:endParaRPr>
          </a:p>
          <a:p>
            <a:pPr indent="0" lvl="0" marL="0" marR="0" rtl="0" algn="r">
              <a:lnSpc>
                <a:spcPct val="90000"/>
              </a:lnSpc>
              <a:spcBef>
                <a:spcPts val="0"/>
              </a:spcBef>
              <a:spcAft>
                <a:spcPts val="0"/>
              </a:spcAft>
              <a:buClr>
                <a:schemeClr val="dk1"/>
              </a:buClr>
              <a:buSzPts val="2800"/>
              <a:buFont typeface="Arial"/>
              <a:buNone/>
            </a:pPr>
            <a:r>
              <a:t/>
            </a:r>
            <a:endParaRPr sz="1000">
              <a:solidFill>
                <a:schemeClr val="lt1"/>
              </a:solidFill>
            </a:endParaRPr>
          </a:p>
        </p:txBody>
      </p:sp>
      <p:cxnSp>
        <p:nvCxnSpPr>
          <p:cNvPr id="247" name="Google Shape;247;p39"/>
          <p:cNvCxnSpPr/>
          <p:nvPr/>
        </p:nvCxnSpPr>
        <p:spPr>
          <a:xfrm flipH="1">
            <a:off x="7259850" y="309275"/>
            <a:ext cx="132000" cy="272100"/>
          </a:xfrm>
          <a:prstGeom prst="straightConnector1">
            <a:avLst/>
          </a:prstGeom>
          <a:noFill/>
          <a:ln cap="flat" cmpd="sng" w="9525">
            <a:solidFill>
              <a:schemeClr val="lt1"/>
            </a:solidFill>
            <a:prstDash val="solid"/>
            <a:round/>
            <a:headEnd len="sm" w="sm" type="none"/>
            <a:tailEnd len="sm" w="sm" type="none"/>
          </a:ln>
        </p:spPr>
      </p:cxnSp>
      <p:pic>
        <p:nvPicPr>
          <p:cNvPr id="248" name="Google Shape;248;p39"/>
          <p:cNvPicPr preferRelativeResize="0"/>
          <p:nvPr/>
        </p:nvPicPr>
        <p:blipFill rotWithShape="1">
          <a:blip r:embed="rId4">
            <a:alphaModFix/>
          </a:blip>
          <a:srcRect b="0" l="0" r="0" t="0"/>
          <a:stretch/>
        </p:blipFill>
        <p:spPr>
          <a:xfrm>
            <a:off x="7522238" y="256888"/>
            <a:ext cx="1362075" cy="400050"/>
          </a:xfrm>
          <a:prstGeom prst="rect">
            <a:avLst/>
          </a:prstGeom>
          <a:noFill/>
          <a:ln>
            <a:noFill/>
          </a:ln>
        </p:spPr>
      </p:pic>
      <p:sp>
        <p:nvSpPr>
          <p:cNvPr id="249" name="Google Shape;249;p39"/>
          <p:cNvSpPr txBox="1"/>
          <p:nvPr>
            <p:ph idx="4294967295" type="ctrTitle"/>
          </p:nvPr>
        </p:nvSpPr>
        <p:spPr>
          <a:xfrm>
            <a:off x="1086150" y="2041427"/>
            <a:ext cx="5429100" cy="969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lang="en-GB" sz="2600">
                <a:solidFill>
                  <a:schemeClr val="lt1"/>
                </a:solidFill>
              </a:rPr>
              <a:t>Virtual Box: Creando una máquina virtual</a:t>
            </a:r>
            <a:endParaRPr b="1" sz="2600">
              <a:solidFill>
                <a:schemeClr val="l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cxnSp>
        <p:nvCxnSpPr>
          <p:cNvPr id="254" name="Google Shape;254;p40"/>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255" name="Google Shape;255;p40"/>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256" name="Google Shape;256;p40"/>
          <p:cNvSpPr txBox="1"/>
          <p:nvPr/>
        </p:nvSpPr>
        <p:spPr>
          <a:xfrm>
            <a:off x="554400" y="1444500"/>
            <a:ext cx="8035200" cy="2254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chemeClr val="dk1"/>
              </a:buClr>
              <a:buSzPts val="1100"/>
              <a:buFont typeface="Arial"/>
              <a:buNone/>
            </a:pPr>
            <a:r>
              <a:rPr lang="en-GB" sz="1600">
                <a:solidFill>
                  <a:srgbClr val="556271"/>
                </a:solidFill>
              </a:rPr>
              <a:t>Las </a:t>
            </a:r>
            <a:r>
              <a:rPr lang="en-GB" sz="1600">
                <a:solidFill>
                  <a:srgbClr val="556271"/>
                </a:solidFill>
              </a:rPr>
              <a:t>máquinas</a:t>
            </a:r>
            <a:r>
              <a:rPr lang="en-GB" sz="1600">
                <a:solidFill>
                  <a:srgbClr val="556271"/>
                </a:solidFill>
              </a:rPr>
              <a:t> virtuales son versiones digitales de una computadora </a:t>
            </a:r>
            <a:r>
              <a:rPr lang="en-GB" sz="1600">
                <a:solidFill>
                  <a:srgbClr val="556271"/>
                </a:solidFill>
              </a:rPr>
              <a:t>física con la cual podemos ejecutar programas y sistemas operativos, almacenar datos, etc. En particular, son una instancia virtualizada de una computadora accediendo a los recursos de procesamiento del hardware donde son alojados a través de un hipervisor que abstrae recursos y aprovisiona la VM dinámica o estáticamente. Las VM son muy utilizadas en los diseños de sistemas del presente ya que pueden ser ejecutadas en un servidor y por ende proveyendo a la arquitectura de un enorme nivel de flexibilidad.</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p:txBody>
      </p:sp>
      <p:sp>
        <p:nvSpPr>
          <p:cNvPr id="257" name="Google Shape;257;p40"/>
          <p:cNvSpPr txBox="1"/>
          <p:nvPr/>
        </p:nvSpPr>
        <p:spPr>
          <a:xfrm>
            <a:off x="326450" y="242575"/>
            <a:ext cx="3414600" cy="848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rPr b="1" lang="en-GB" sz="3000">
                <a:solidFill>
                  <a:srgbClr val="434343"/>
                </a:solidFill>
              </a:rPr>
              <a:t>Máquinas</a:t>
            </a:r>
            <a:r>
              <a:rPr b="1" lang="en-GB" sz="3000">
                <a:solidFill>
                  <a:srgbClr val="434343"/>
                </a:solidFill>
              </a:rPr>
              <a:t> Virtuales</a:t>
            </a:r>
            <a:endParaRPr b="1" sz="3000">
              <a:solidFill>
                <a:srgbClr val="434343"/>
              </a:solidFill>
            </a:endParaRPr>
          </a:p>
        </p:txBody>
      </p:sp>
      <p:sp>
        <p:nvSpPr>
          <p:cNvPr id="258" name="Google Shape;258;p40"/>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n-GB" sz="700">
                <a:solidFill>
                  <a:srgbClr val="556271"/>
                </a:solidFill>
              </a:rPr>
              <a:t>Interfaces Gráficas y Procesamiento de Datos  / Módulo 2 / Unidad 3  / Raspberry Pi: Una placa avanzada con comunicaciones incluida</a:t>
            </a:r>
            <a:endParaRPr sz="700">
              <a:solidFill>
                <a:srgbClr val="556271"/>
              </a:solidFill>
            </a:endParaRPr>
          </a:p>
          <a:p>
            <a:pPr indent="0" lvl="0" marL="0" rtl="0" algn="r">
              <a:lnSpc>
                <a:spcPct val="90000"/>
              </a:lnSpc>
              <a:spcBef>
                <a:spcPts val="0"/>
              </a:spcBef>
              <a:spcAft>
                <a:spcPts val="0"/>
              </a:spcAft>
              <a:buNone/>
            </a:pPr>
            <a:r>
              <a:t/>
            </a:r>
            <a:endParaRPr sz="700">
              <a:solidFill>
                <a:srgbClr val="556271"/>
              </a:solidFill>
            </a:endParaRPr>
          </a:p>
          <a:p>
            <a:pPr indent="0" lvl="0" marL="0" rtl="0" algn="r">
              <a:lnSpc>
                <a:spcPct val="90000"/>
              </a:lnSpc>
              <a:spcBef>
                <a:spcPts val="0"/>
              </a:spcBef>
              <a:spcAft>
                <a:spcPts val="0"/>
              </a:spcAft>
              <a:buNone/>
            </a:pPr>
            <a:r>
              <a:t/>
            </a:r>
            <a:endParaRPr sz="700">
              <a:solidFill>
                <a:srgbClr val="55627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cxnSp>
        <p:nvCxnSpPr>
          <p:cNvPr id="263" name="Google Shape;263;p41"/>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264" name="Google Shape;264;p41"/>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265" name="Google Shape;265;p41"/>
          <p:cNvSpPr txBox="1"/>
          <p:nvPr/>
        </p:nvSpPr>
        <p:spPr>
          <a:xfrm>
            <a:off x="554400" y="1013825"/>
            <a:ext cx="8035200" cy="12339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chemeClr val="dk1"/>
              </a:buClr>
              <a:buSzPts val="1100"/>
              <a:buFont typeface="Arial"/>
              <a:buNone/>
            </a:pPr>
            <a:r>
              <a:rPr lang="en-GB" sz="1600">
                <a:solidFill>
                  <a:srgbClr val="556271"/>
                </a:solidFill>
              </a:rPr>
              <a:t>En particular nosotros vamos a utilizar el programa Oracle VM Virtual Box para construir una VM con la imagen de Raspbian cuyo archivo será provisto en el aula virtual. Nuestra imagen será de Debian 11 Bullseye de 32 bits, como se indica en la </a:t>
            </a:r>
            <a:r>
              <a:rPr lang="en-GB" sz="1600">
                <a:solidFill>
                  <a:srgbClr val="556271"/>
                </a:solidFill>
              </a:rPr>
              <a:t>página</a:t>
            </a:r>
            <a:r>
              <a:rPr lang="en-GB" sz="1600">
                <a:solidFill>
                  <a:srgbClr val="556271"/>
                </a:solidFill>
              </a:rPr>
              <a:t> de Raspberry Pi.</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p:txBody>
      </p:sp>
      <p:sp>
        <p:nvSpPr>
          <p:cNvPr id="266" name="Google Shape;266;p41"/>
          <p:cNvSpPr txBox="1"/>
          <p:nvPr/>
        </p:nvSpPr>
        <p:spPr>
          <a:xfrm>
            <a:off x="326450" y="242575"/>
            <a:ext cx="3414600" cy="5532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rPr b="1" lang="en-GB" sz="3000">
                <a:solidFill>
                  <a:srgbClr val="434343"/>
                </a:solidFill>
              </a:rPr>
              <a:t>VM</a:t>
            </a:r>
            <a:r>
              <a:rPr b="1" lang="en-GB" sz="3000">
                <a:solidFill>
                  <a:srgbClr val="434343"/>
                </a:solidFill>
              </a:rPr>
              <a:t>: Virtual Box</a:t>
            </a:r>
            <a:endParaRPr b="1" sz="3000">
              <a:solidFill>
                <a:srgbClr val="434343"/>
              </a:solidFill>
            </a:endParaRPr>
          </a:p>
        </p:txBody>
      </p:sp>
      <p:sp>
        <p:nvSpPr>
          <p:cNvPr id="267" name="Google Shape;267;p41"/>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n-GB" sz="700">
                <a:solidFill>
                  <a:srgbClr val="556271"/>
                </a:solidFill>
              </a:rPr>
              <a:t>Interfaces Gráficas y Procesamiento de Datos  / Módulo 2 / Unidad 3  / Raspberry Pi: Una placa avanzada con comunicaciones incluida</a:t>
            </a:r>
            <a:endParaRPr sz="700">
              <a:solidFill>
                <a:srgbClr val="556271"/>
              </a:solidFill>
            </a:endParaRPr>
          </a:p>
          <a:p>
            <a:pPr indent="0" lvl="0" marL="0" rtl="0" algn="r">
              <a:lnSpc>
                <a:spcPct val="90000"/>
              </a:lnSpc>
              <a:spcBef>
                <a:spcPts val="0"/>
              </a:spcBef>
              <a:spcAft>
                <a:spcPts val="0"/>
              </a:spcAft>
              <a:buNone/>
            </a:pPr>
            <a:r>
              <a:t/>
            </a:r>
            <a:endParaRPr sz="700">
              <a:solidFill>
                <a:srgbClr val="556271"/>
              </a:solidFill>
            </a:endParaRPr>
          </a:p>
          <a:p>
            <a:pPr indent="0" lvl="0" marL="0" rtl="0" algn="r">
              <a:lnSpc>
                <a:spcPct val="90000"/>
              </a:lnSpc>
              <a:spcBef>
                <a:spcPts val="0"/>
              </a:spcBef>
              <a:spcAft>
                <a:spcPts val="0"/>
              </a:spcAft>
              <a:buNone/>
            </a:pPr>
            <a:r>
              <a:t/>
            </a:r>
            <a:endParaRPr sz="700">
              <a:solidFill>
                <a:srgbClr val="556271"/>
              </a:solidFill>
            </a:endParaRPr>
          </a:p>
        </p:txBody>
      </p:sp>
      <p:pic>
        <p:nvPicPr>
          <p:cNvPr id="268" name="Google Shape;268;p41"/>
          <p:cNvPicPr preferRelativeResize="0"/>
          <p:nvPr/>
        </p:nvPicPr>
        <p:blipFill>
          <a:blip r:embed="rId4">
            <a:alphaModFix/>
          </a:blip>
          <a:stretch>
            <a:fillRect/>
          </a:stretch>
        </p:blipFill>
        <p:spPr>
          <a:xfrm>
            <a:off x="2668388" y="2388927"/>
            <a:ext cx="3807224" cy="226994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cxnSp>
        <p:nvCxnSpPr>
          <p:cNvPr id="273" name="Google Shape;273;p42"/>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274" name="Google Shape;274;p42"/>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275" name="Google Shape;275;p42"/>
          <p:cNvSpPr txBox="1"/>
          <p:nvPr/>
        </p:nvSpPr>
        <p:spPr>
          <a:xfrm>
            <a:off x="554400" y="912250"/>
            <a:ext cx="8035200" cy="6837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chemeClr val="dk1"/>
              </a:buClr>
              <a:buSzPts val="1100"/>
              <a:buFont typeface="Arial"/>
              <a:buNone/>
            </a:pPr>
            <a:r>
              <a:rPr lang="en-GB" sz="1600">
                <a:solidFill>
                  <a:srgbClr val="556271"/>
                </a:solidFill>
              </a:rPr>
              <a:t>Una vez instalada la </a:t>
            </a:r>
            <a:r>
              <a:rPr lang="en-GB" sz="1600">
                <a:solidFill>
                  <a:srgbClr val="556271"/>
                </a:solidFill>
              </a:rPr>
              <a:t>máquina</a:t>
            </a:r>
            <a:r>
              <a:rPr lang="en-GB" sz="1600">
                <a:solidFill>
                  <a:srgbClr val="556271"/>
                </a:solidFill>
              </a:rPr>
              <a:t> virtual, podrán correrla y probar el entorno </a:t>
            </a:r>
            <a:r>
              <a:rPr lang="en-GB" sz="1600">
                <a:solidFill>
                  <a:srgbClr val="556271"/>
                </a:solidFill>
              </a:rPr>
              <a:t>idéntico</a:t>
            </a:r>
            <a:r>
              <a:rPr lang="en-GB" sz="1600">
                <a:solidFill>
                  <a:srgbClr val="556271"/>
                </a:solidFill>
              </a:rPr>
              <a:t> al visto en una Raspberry Pi </a:t>
            </a:r>
            <a:r>
              <a:rPr lang="en-GB" sz="1600">
                <a:solidFill>
                  <a:srgbClr val="556271"/>
                </a:solidFill>
              </a:rPr>
              <a:t>física</a:t>
            </a:r>
            <a:r>
              <a:rPr lang="en-GB" sz="1600">
                <a:solidFill>
                  <a:srgbClr val="556271"/>
                </a:solidFill>
              </a:rPr>
              <a:t>. </a:t>
            </a:r>
            <a:endParaRPr sz="1600">
              <a:solidFill>
                <a:srgbClr val="556271"/>
              </a:solidFill>
            </a:endParaRPr>
          </a:p>
        </p:txBody>
      </p:sp>
      <p:sp>
        <p:nvSpPr>
          <p:cNvPr id="276" name="Google Shape;276;p42"/>
          <p:cNvSpPr txBox="1"/>
          <p:nvPr/>
        </p:nvSpPr>
        <p:spPr>
          <a:xfrm>
            <a:off x="326450" y="242575"/>
            <a:ext cx="3414600" cy="479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rPr b="1" lang="en-GB" sz="3000">
                <a:solidFill>
                  <a:srgbClr val="434343"/>
                </a:solidFill>
              </a:rPr>
              <a:t>VM: miRPi</a:t>
            </a:r>
            <a:endParaRPr b="1" sz="3000">
              <a:solidFill>
                <a:srgbClr val="434343"/>
              </a:solidFill>
            </a:endParaRPr>
          </a:p>
        </p:txBody>
      </p:sp>
      <p:sp>
        <p:nvSpPr>
          <p:cNvPr id="277" name="Google Shape;277;p42"/>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n-GB" sz="700">
                <a:solidFill>
                  <a:srgbClr val="556271"/>
                </a:solidFill>
              </a:rPr>
              <a:t>Interfaces Gráficas y Procesamiento de Datos  / Módulo 2 / Unidad 3  / Raspberry Pi: Una placa avanzada con comunicaciones incluida</a:t>
            </a:r>
            <a:endParaRPr sz="700">
              <a:solidFill>
                <a:srgbClr val="556271"/>
              </a:solidFill>
            </a:endParaRPr>
          </a:p>
          <a:p>
            <a:pPr indent="0" lvl="0" marL="0" rtl="0" algn="r">
              <a:lnSpc>
                <a:spcPct val="90000"/>
              </a:lnSpc>
              <a:spcBef>
                <a:spcPts val="0"/>
              </a:spcBef>
              <a:spcAft>
                <a:spcPts val="0"/>
              </a:spcAft>
              <a:buNone/>
            </a:pPr>
            <a:r>
              <a:t/>
            </a:r>
            <a:endParaRPr sz="700">
              <a:solidFill>
                <a:srgbClr val="556271"/>
              </a:solidFill>
            </a:endParaRPr>
          </a:p>
          <a:p>
            <a:pPr indent="0" lvl="0" marL="0" rtl="0" algn="r">
              <a:lnSpc>
                <a:spcPct val="90000"/>
              </a:lnSpc>
              <a:spcBef>
                <a:spcPts val="0"/>
              </a:spcBef>
              <a:spcAft>
                <a:spcPts val="0"/>
              </a:spcAft>
              <a:buNone/>
            </a:pPr>
            <a:r>
              <a:t/>
            </a:r>
            <a:endParaRPr sz="700">
              <a:solidFill>
                <a:srgbClr val="556271"/>
              </a:solidFill>
            </a:endParaRPr>
          </a:p>
        </p:txBody>
      </p:sp>
      <p:pic>
        <p:nvPicPr>
          <p:cNvPr id="278" name="Google Shape;278;p42"/>
          <p:cNvPicPr preferRelativeResize="0"/>
          <p:nvPr/>
        </p:nvPicPr>
        <p:blipFill>
          <a:blip r:embed="rId4">
            <a:alphaModFix/>
          </a:blip>
          <a:stretch>
            <a:fillRect/>
          </a:stretch>
        </p:blipFill>
        <p:spPr>
          <a:xfrm>
            <a:off x="5349950" y="1789825"/>
            <a:ext cx="3239650" cy="2930912"/>
          </a:xfrm>
          <a:prstGeom prst="rect">
            <a:avLst/>
          </a:prstGeom>
          <a:noFill/>
          <a:ln>
            <a:noFill/>
          </a:ln>
        </p:spPr>
      </p:pic>
      <p:pic>
        <p:nvPicPr>
          <p:cNvPr id="279" name="Google Shape;279;p42"/>
          <p:cNvPicPr preferRelativeResize="0"/>
          <p:nvPr/>
        </p:nvPicPr>
        <p:blipFill>
          <a:blip r:embed="rId5">
            <a:alphaModFix/>
          </a:blip>
          <a:stretch>
            <a:fillRect/>
          </a:stretch>
        </p:blipFill>
        <p:spPr>
          <a:xfrm>
            <a:off x="554400" y="1786225"/>
            <a:ext cx="3239651" cy="29381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cxnSp>
        <p:nvCxnSpPr>
          <p:cNvPr id="284" name="Google Shape;284;p43"/>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285" name="Google Shape;285;p43"/>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286" name="Google Shape;286;p43"/>
          <p:cNvSpPr txBox="1"/>
          <p:nvPr/>
        </p:nvSpPr>
        <p:spPr>
          <a:xfrm>
            <a:off x="554400" y="797100"/>
            <a:ext cx="8035200" cy="41967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chemeClr val="dk1"/>
              </a:buClr>
              <a:buSzPts val="1100"/>
              <a:buFont typeface="Arial"/>
              <a:buNone/>
            </a:pPr>
            <a:r>
              <a:rPr lang="en-GB" sz="1600">
                <a:solidFill>
                  <a:srgbClr val="556271"/>
                </a:solidFill>
              </a:rPr>
              <a:t>Una vez iniciado el sistema operativo en la RPi, podremos intercambiar mensajes con la placa y con sus pines GPIO para acceder a funcionalidades de entrada/salida digital, comunicaciones, etc.</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rPr lang="en-GB" sz="1600">
                <a:solidFill>
                  <a:srgbClr val="556271"/>
                </a:solidFill>
              </a:rPr>
              <a:t>Para ello, vamos a recaer en lo visto de Python ya que crearemos </a:t>
            </a:r>
            <a:r>
              <a:rPr lang="en-GB" sz="1600">
                <a:solidFill>
                  <a:srgbClr val="556271"/>
                </a:solidFill>
              </a:rPr>
              <a:t>código</a:t>
            </a:r>
            <a:r>
              <a:rPr lang="en-GB" sz="1600">
                <a:solidFill>
                  <a:srgbClr val="556271"/>
                </a:solidFill>
              </a:rPr>
              <a:t> Python implementando, entre otras cosas, la </a:t>
            </a:r>
            <a:r>
              <a:rPr lang="en-GB" sz="1600">
                <a:solidFill>
                  <a:srgbClr val="556271"/>
                </a:solidFill>
              </a:rPr>
              <a:t>librería</a:t>
            </a:r>
            <a:r>
              <a:rPr lang="en-GB" sz="1600">
                <a:solidFill>
                  <a:srgbClr val="556271"/>
                </a:solidFill>
              </a:rPr>
              <a:t> RPi-GPIO. Esta </a:t>
            </a:r>
            <a:r>
              <a:rPr lang="en-GB" sz="1600">
                <a:solidFill>
                  <a:srgbClr val="556271"/>
                </a:solidFill>
              </a:rPr>
              <a:t>librería</a:t>
            </a:r>
            <a:r>
              <a:rPr lang="en-GB" sz="1600">
                <a:solidFill>
                  <a:srgbClr val="556271"/>
                </a:solidFill>
              </a:rPr>
              <a:t> puede ser instalada con pip. Referencia: </a:t>
            </a:r>
            <a:r>
              <a:rPr lang="en-GB" sz="1600" u="sng">
                <a:solidFill>
                  <a:schemeClr val="hlink"/>
                </a:solidFill>
                <a:hlinkClick r:id="rId4"/>
              </a:rPr>
              <a:t>https://pypi.org/project/RPi.GPIO/</a:t>
            </a:r>
            <a:r>
              <a:rPr lang="en-GB" sz="1600">
                <a:solidFill>
                  <a:srgbClr val="556271"/>
                </a:solidFill>
              </a:rPr>
              <a:t> - </a:t>
            </a:r>
            <a:r>
              <a:rPr lang="en-GB" sz="1600" u="sng">
                <a:solidFill>
                  <a:schemeClr val="hlink"/>
                </a:solidFill>
                <a:hlinkClick r:id="rId5"/>
              </a:rPr>
              <a:t>https://sourceforge.net/p/raspberry-gpio-python/wiki/Examples/</a:t>
            </a:r>
            <a:r>
              <a:rPr lang="en-GB" sz="1600">
                <a:solidFill>
                  <a:srgbClr val="556271"/>
                </a:solidFill>
              </a:rPr>
              <a:t> </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rPr lang="en-GB" sz="1600">
                <a:solidFill>
                  <a:srgbClr val="556271"/>
                </a:solidFill>
              </a:rPr>
              <a:t>Algunas de las </a:t>
            </a:r>
            <a:r>
              <a:rPr lang="en-GB" sz="1600">
                <a:solidFill>
                  <a:srgbClr val="556271"/>
                </a:solidFill>
              </a:rPr>
              <a:t>líneas</a:t>
            </a:r>
            <a:r>
              <a:rPr lang="en-GB" sz="1600">
                <a:solidFill>
                  <a:srgbClr val="556271"/>
                </a:solidFill>
              </a:rPr>
              <a:t> </a:t>
            </a:r>
            <a:r>
              <a:rPr lang="en-GB" sz="1600">
                <a:solidFill>
                  <a:srgbClr val="556271"/>
                </a:solidFill>
              </a:rPr>
              <a:t>más</a:t>
            </a:r>
            <a:r>
              <a:rPr lang="en-GB" sz="1600">
                <a:solidFill>
                  <a:srgbClr val="556271"/>
                </a:solidFill>
              </a:rPr>
              <a:t> </a:t>
            </a:r>
            <a:r>
              <a:rPr lang="en-GB" sz="1600">
                <a:solidFill>
                  <a:srgbClr val="556271"/>
                </a:solidFill>
              </a:rPr>
              <a:t>útiles</a:t>
            </a:r>
            <a:r>
              <a:rPr lang="en-GB" sz="1600">
                <a:solidFill>
                  <a:srgbClr val="556271"/>
                </a:solidFill>
              </a:rPr>
              <a:t> son:</a:t>
            </a:r>
            <a:endParaRPr sz="1600">
              <a:solidFill>
                <a:srgbClr val="556271"/>
              </a:solidFill>
            </a:endParaRPr>
          </a:p>
          <a:p>
            <a:pPr indent="-330200" lvl="0" marL="457200" marR="0" rtl="0" algn="l">
              <a:lnSpc>
                <a:spcPct val="130000"/>
              </a:lnSpc>
              <a:spcBef>
                <a:spcPts val="0"/>
              </a:spcBef>
              <a:spcAft>
                <a:spcPts val="0"/>
              </a:spcAft>
              <a:buClr>
                <a:srgbClr val="556271"/>
              </a:buClr>
              <a:buSzPts val="1600"/>
              <a:buChar char="●"/>
            </a:pPr>
            <a:r>
              <a:rPr b="1" lang="en-GB" sz="1600">
                <a:solidFill>
                  <a:srgbClr val="556271"/>
                </a:solidFill>
              </a:rPr>
              <a:t>import RPi.GPIO as GPIO: </a:t>
            </a:r>
            <a:r>
              <a:rPr lang="en-GB" sz="1600">
                <a:solidFill>
                  <a:srgbClr val="556271"/>
                </a:solidFill>
              </a:rPr>
              <a:t>Para importar la </a:t>
            </a:r>
            <a:r>
              <a:rPr lang="en-GB" sz="1600">
                <a:solidFill>
                  <a:srgbClr val="556271"/>
                </a:solidFill>
              </a:rPr>
              <a:t>librería</a:t>
            </a:r>
            <a:r>
              <a:rPr lang="en-GB" sz="1600">
                <a:solidFill>
                  <a:srgbClr val="556271"/>
                </a:solidFill>
              </a:rPr>
              <a:t> necesaria luego de instalarla con pip o sudo.</a:t>
            </a:r>
            <a:endParaRPr sz="1600">
              <a:solidFill>
                <a:srgbClr val="556271"/>
              </a:solidFill>
            </a:endParaRPr>
          </a:p>
          <a:p>
            <a:pPr indent="-330200" lvl="0" marL="457200" marR="0" rtl="0" algn="l">
              <a:lnSpc>
                <a:spcPct val="130000"/>
              </a:lnSpc>
              <a:spcBef>
                <a:spcPts val="0"/>
              </a:spcBef>
              <a:spcAft>
                <a:spcPts val="0"/>
              </a:spcAft>
              <a:buClr>
                <a:srgbClr val="556271"/>
              </a:buClr>
              <a:buSzPts val="1600"/>
              <a:buChar char="●"/>
            </a:pPr>
            <a:r>
              <a:rPr b="1" lang="en-GB" sz="1600">
                <a:solidFill>
                  <a:srgbClr val="556271"/>
                </a:solidFill>
              </a:rPr>
              <a:t>sudo apt-get install python-rpi.gpio / sudo apt-get install python-serial / sudo apt-get install python-smbus</a:t>
            </a:r>
            <a:r>
              <a:rPr lang="en-GB" sz="1600">
                <a:solidFill>
                  <a:srgbClr val="556271"/>
                </a:solidFill>
              </a:rPr>
              <a:t>: Permite instalar las </a:t>
            </a:r>
            <a:r>
              <a:rPr lang="en-GB" sz="1600">
                <a:solidFill>
                  <a:srgbClr val="556271"/>
                </a:solidFill>
              </a:rPr>
              <a:t>librerías</a:t>
            </a:r>
            <a:r>
              <a:rPr lang="en-GB" sz="1600">
                <a:solidFill>
                  <a:srgbClr val="556271"/>
                </a:solidFill>
              </a:rPr>
              <a:t> a </a:t>
            </a:r>
            <a:r>
              <a:rPr lang="en-GB" sz="1600">
                <a:solidFill>
                  <a:srgbClr val="556271"/>
                </a:solidFill>
              </a:rPr>
              <a:t>través</a:t>
            </a:r>
            <a:r>
              <a:rPr lang="en-GB" sz="1600">
                <a:solidFill>
                  <a:srgbClr val="556271"/>
                </a:solidFill>
              </a:rPr>
              <a:t> de comandos Linux</a:t>
            </a:r>
            <a:endParaRPr sz="1600">
              <a:solidFill>
                <a:srgbClr val="556271"/>
              </a:solidFill>
            </a:endParaRPr>
          </a:p>
        </p:txBody>
      </p:sp>
      <p:sp>
        <p:nvSpPr>
          <p:cNvPr id="287" name="Google Shape;287;p43"/>
          <p:cNvSpPr txBox="1"/>
          <p:nvPr/>
        </p:nvSpPr>
        <p:spPr>
          <a:xfrm>
            <a:off x="326450" y="242575"/>
            <a:ext cx="3414600" cy="479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rPr b="1" lang="en-GB" sz="3000">
                <a:solidFill>
                  <a:srgbClr val="434343"/>
                </a:solidFill>
              </a:rPr>
              <a:t>Comandos GPIO</a:t>
            </a:r>
            <a:endParaRPr b="1" sz="3000">
              <a:solidFill>
                <a:srgbClr val="434343"/>
              </a:solidFill>
            </a:endParaRPr>
          </a:p>
        </p:txBody>
      </p:sp>
      <p:sp>
        <p:nvSpPr>
          <p:cNvPr id="288" name="Google Shape;288;p43"/>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n-GB" sz="700">
                <a:solidFill>
                  <a:srgbClr val="556271"/>
                </a:solidFill>
              </a:rPr>
              <a:t>Interfaces Gráficas y Procesamiento de Datos  / Módulo 2 / Unidad 3  / Raspberry Pi: Una placa avanzada con comunicaciones incluida</a:t>
            </a:r>
            <a:endParaRPr sz="700">
              <a:solidFill>
                <a:srgbClr val="556271"/>
              </a:solidFill>
            </a:endParaRPr>
          </a:p>
          <a:p>
            <a:pPr indent="0" lvl="0" marL="0" rtl="0" algn="r">
              <a:lnSpc>
                <a:spcPct val="90000"/>
              </a:lnSpc>
              <a:spcBef>
                <a:spcPts val="0"/>
              </a:spcBef>
              <a:spcAft>
                <a:spcPts val="0"/>
              </a:spcAft>
              <a:buNone/>
            </a:pPr>
            <a:r>
              <a:t/>
            </a:r>
            <a:endParaRPr sz="700">
              <a:solidFill>
                <a:srgbClr val="556271"/>
              </a:solidFill>
            </a:endParaRPr>
          </a:p>
          <a:p>
            <a:pPr indent="0" lvl="0" marL="0" rtl="0" algn="r">
              <a:lnSpc>
                <a:spcPct val="90000"/>
              </a:lnSpc>
              <a:spcBef>
                <a:spcPts val="0"/>
              </a:spcBef>
              <a:spcAft>
                <a:spcPts val="0"/>
              </a:spcAft>
              <a:buNone/>
            </a:pPr>
            <a:r>
              <a:t/>
            </a:r>
            <a:endParaRPr sz="700">
              <a:solidFill>
                <a:srgbClr val="55627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cxnSp>
        <p:nvCxnSpPr>
          <p:cNvPr id="293" name="Google Shape;293;p44"/>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294" name="Google Shape;294;p44"/>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295" name="Google Shape;295;p44"/>
          <p:cNvSpPr txBox="1"/>
          <p:nvPr/>
        </p:nvSpPr>
        <p:spPr>
          <a:xfrm>
            <a:off x="554400" y="888775"/>
            <a:ext cx="8035200" cy="3573900"/>
          </a:xfrm>
          <a:prstGeom prst="rect">
            <a:avLst/>
          </a:prstGeom>
          <a:noFill/>
          <a:ln>
            <a:noFill/>
          </a:ln>
        </p:spPr>
        <p:txBody>
          <a:bodyPr anchorCtr="0" anchor="t" bIns="0" lIns="0" spcFirstLastPara="1" rIns="0" wrap="square" tIns="0">
            <a:noAutofit/>
          </a:bodyPr>
          <a:lstStyle/>
          <a:p>
            <a:pPr indent="-330200" lvl="0" marL="457200" marR="0" rtl="0" algn="l">
              <a:lnSpc>
                <a:spcPct val="130000"/>
              </a:lnSpc>
              <a:spcBef>
                <a:spcPts val="0"/>
              </a:spcBef>
              <a:spcAft>
                <a:spcPts val="0"/>
              </a:spcAft>
              <a:buClr>
                <a:srgbClr val="556271"/>
              </a:buClr>
              <a:buSzPts val="1600"/>
              <a:buChar char="●"/>
            </a:pPr>
            <a:r>
              <a:rPr b="1" lang="en-GB" sz="1600">
                <a:solidFill>
                  <a:srgbClr val="556271"/>
                </a:solidFill>
              </a:rPr>
              <a:t>GPIO.setmode(GPIO.BOARD)</a:t>
            </a:r>
            <a:r>
              <a:rPr lang="en-GB" sz="1600">
                <a:solidFill>
                  <a:srgbClr val="556271"/>
                </a:solidFill>
              </a:rPr>
              <a:t>: Usando el modo BOARD, los pines serán accedidos a través de su posición. Es decir, GPIO 17 se accede a través de su pin asociado 11.</a:t>
            </a:r>
            <a:endParaRPr sz="1600">
              <a:solidFill>
                <a:srgbClr val="556271"/>
              </a:solidFill>
            </a:endParaRPr>
          </a:p>
          <a:p>
            <a:pPr indent="-330200" lvl="0" marL="457200" marR="0" rtl="0" algn="l">
              <a:lnSpc>
                <a:spcPct val="130000"/>
              </a:lnSpc>
              <a:spcBef>
                <a:spcPts val="0"/>
              </a:spcBef>
              <a:spcAft>
                <a:spcPts val="0"/>
              </a:spcAft>
              <a:buClr>
                <a:srgbClr val="556271"/>
              </a:buClr>
              <a:buSzPts val="1600"/>
              <a:buChar char="●"/>
            </a:pPr>
            <a:r>
              <a:rPr b="1" lang="en-GB" sz="1600">
                <a:solidFill>
                  <a:srgbClr val="556271"/>
                </a:solidFill>
              </a:rPr>
              <a:t>GPIO.setmode(GPIO.BCM)</a:t>
            </a:r>
            <a:r>
              <a:rPr lang="en-GB" sz="1600">
                <a:solidFill>
                  <a:srgbClr val="556271"/>
                </a:solidFill>
              </a:rPr>
              <a:t>: BCM refiere a GPIO asociado como con el GPIO 17 a través del número 17. </a:t>
            </a:r>
            <a:endParaRPr sz="1600">
              <a:solidFill>
                <a:srgbClr val="556271"/>
              </a:solidFill>
            </a:endParaRPr>
          </a:p>
          <a:p>
            <a:pPr indent="-330200" lvl="0" marL="457200" marR="0" rtl="0" algn="l">
              <a:lnSpc>
                <a:spcPct val="130000"/>
              </a:lnSpc>
              <a:spcBef>
                <a:spcPts val="0"/>
              </a:spcBef>
              <a:spcAft>
                <a:spcPts val="0"/>
              </a:spcAft>
              <a:buClr>
                <a:srgbClr val="556271"/>
              </a:buClr>
              <a:buSzPts val="1600"/>
              <a:buChar char="●"/>
            </a:pPr>
            <a:r>
              <a:rPr b="1" lang="en-GB" sz="1600">
                <a:solidFill>
                  <a:srgbClr val="556271"/>
                </a:solidFill>
              </a:rPr>
              <a:t>GPIO.input(channel)</a:t>
            </a:r>
            <a:r>
              <a:rPr lang="en-GB" sz="1600">
                <a:solidFill>
                  <a:srgbClr val="556271"/>
                </a:solidFill>
              </a:rPr>
              <a:t>: Devuelve el valor </a:t>
            </a:r>
            <a:r>
              <a:rPr lang="en-GB" sz="1600">
                <a:solidFill>
                  <a:srgbClr val="556271"/>
                </a:solidFill>
              </a:rPr>
              <a:t>leído</a:t>
            </a:r>
            <a:r>
              <a:rPr lang="en-GB" sz="1600">
                <a:solidFill>
                  <a:srgbClr val="556271"/>
                </a:solidFill>
              </a:rPr>
              <a:t> en el canal asociado (diferente </a:t>
            </a:r>
            <a:r>
              <a:rPr lang="en-GB" sz="1600">
                <a:solidFill>
                  <a:srgbClr val="556271"/>
                </a:solidFill>
              </a:rPr>
              <a:t>según</a:t>
            </a:r>
            <a:r>
              <a:rPr lang="en-GB" sz="1600">
                <a:solidFill>
                  <a:srgbClr val="556271"/>
                </a:solidFill>
              </a:rPr>
              <a:t> BCM o BOARD mode) devolviendo 0 / GPIO.LOW / False o 1 / GPIO.HIGH / True.</a:t>
            </a:r>
            <a:endParaRPr sz="1600">
              <a:solidFill>
                <a:srgbClr val="556271"/>
              </a:solidFill>
            </a:endParaRPr>
          </a:p>
          <a:p>
            <a:pPr indent="-330200" lvl="0" marL="457200" marR="0" rtl="0" algn="l">
              <a:lnSpc>
                <a:spcPct val="130000"/>
              </a:lnSpc>
              <a:spcBef>
                <a:spcPts val="0"/>
              </a:spcBef>
              <a:spcAft>
                <a:spcPts val="0"/>
              </a:spcAft>
              <a:buClr>
                <a:srgbClr val="556271"/>
              </a:buClr>
              <a:buSzPts val="1600"/>
              <a:buChar char="●"/>
            </a:pPr>
            <a:r>
              <a:rPr b="1" lang="en-GB" sz="1600">
                <a:solidFill>
                  <a:srgbClr val="556271"/>
                </a:solidFill>
              </a:rPr>
              <a:t>GPIO.output(channel, state):</a:t>
            </a:r>
            <a:r>
              <a:rPr lang="en-GB" sz="1600">
                <a:solidFill>
                  <a:srgbClr val="556271"/>
                </a:solidFill>
              </a:rPr>
              <a:t> Sete un estado al canal definido.</a:t>
            </a:r>
            <a:endParaRPr sz="1600">
              <a:solidFill>
                <a:srgbClr val="556271"/>
              </a:solidFill>
            </a:endParaRPr>
          </a:p>
          <a:p>
            <a:pPr indent="-330200" lvl="0" marL="457200" marR="0" rtl="0" algn="l">
              <a:lnSpc>
                <a:spcPct val="130000"/>
              </a:lnSpc>
              <a:spcBef>
                <a:spcPts val="0"/>
              </a:spcBef>
              <a:spcAft>
                <a:spcPts val="0"/>
              </a:spcAft>
              <a:buClr>
                <a:srgbClr val="556271"/>
              </a:buClr>
              <a:buSzPts val="1600"/>
              <a:buChar char="●"/>
            </a:pPr>
            <a:r>
              <a:rPr b="1" lang="en-GB" sz="1600">
                <a:solidFill>
                  <a:srgbClr val="556271"/>
                </a:solidFill>
              </a:rPr>
              <a:t>GPIO.cleanup(channel):</a:t>
            </a:r>
            <a:r>
              <a:rPr lang="en-GB" sz="1600">
                <a:solidFill>
                  <a:srgbClr val="556271"/>
                </a:solidFill>
              </a:rPr>
              <a:t> Limpia el estado del canal.</a:t>
            </a:r>
            <a:endParaRPr sz="1600">
              <a:solidFill>
                <a:srgbClr val="556271"/>
              </a:solidFill>
            </a:endParaRPr>
          </a:p>
          <a:p>
            <a:pPr indent="-330200" lvl="0" marL="457200" marR="0" rtl="0" algn="l">
              <a:lnSpc>
                <a:spcPct val="130000"/>
              </a:lnSpc>
              <a:spcBef>
                <a:spcPts val="0"/>
              </a:spcBef>
              <a:spcAft>
                <a:spcPts val="0"/>
              </a:spcAft>
              <a:buClr>
                <a:srgbClr val="556271"/>
              </a:buClr>
              <a:buSzPts val="1600"/>
              <a:buChar char="●"/>
            </a:pPr>
            <a:r>
              <a:rPr b="1" lang="en-GB" sz="1600">
                <a:solidFill>
                  <a:srgbClr val="556271"/>
                </a:solidFill>
              </a:rPr>
              <a:t>PWM:</a:t>
            </a:r>
            <a:r>
              <a:rPr lang="en-GB" sz="1600">
                <a:solidFill>
                  <a:srgbClr val="556271"/>
                </a:solidFill>
              </a:rPr>
              <a:t> </a:t>
            </a:r>
            <a:r>
              <a:rPr lang="en-GB" sz="1600">
                <a:solidFill>
                  <a:srgbClr val="556271"/>
                </a:solidFill>
              </a:rPr>
              <a:t>También</a:t>
            </a:r>
            <a:r>
              <a:rPr lang="en-GB" sz="1600">
                <a:solidFill>
                  <a:srgbClr val="556271"/>
                </a:solidFill>
              </a:rPr>
              <a:t> podemos manejar señales PWM y manejo de motores. Referencia: </a:t>
            </a:r>
            <a:r>
              <a:rPr lang="en-GB" sz="1600" u="sng">
                <a:solidFill>
                  <a:schemeClr val="hlink"/>
                </a:solidFill>
                <a:hlinkClick r:id="rId4"/>
              </a:rPr>
              <a:t>https://sourceforge.net/p/raspberry-gpio-python/wiki/PWM/</a:t>
            </a:r>
            <a:r>
              <a:rPr lang="en-GB" sz="1600">
                <a:solidFill>
                  <a:srgbClr val="556271"/>
                </a:solidFill>
              </a:rPr>
              <a:t> </a:t>
            </a:r>
            <a:endParaRPr sz="1600">
              <a:solidFill>
                <a:srgbClr val="556271"/>
              </a:solidFill>
            </a:endParaRPr>
          </a:p>
        </p:txBody>
      </p:sp>
      <p:sp>
        <p:nvSpPr>
          <p:cNvPr id="296" name="Google Shape;296;p44"/>
          <p:cNvSpPr txBox="1"/>
          <p:nvPr/>
        </p:nvSpPr>
        <p:spPr>
          <a:xfrm>
            <a:off x="326450" y="242575"/>
            <a:ext cx="3414600" cy="479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rPr b="1" lang="en-GB" sz="3000">
                <a:solidFill>
                  <a:srgbClr val="434343"/>
                </a:solidFill>
              </a:rPr>
              <a:t>Comandos GPIO</a:t>
            </a:r>
            <a:endParaRPr b="1" sz="3000">
              <a:solidFill>
                <a:srgbClr val="434343"/>
              </a:solidFill>
            </a:endParaRPr>
          </a:p>
        </p:txBody>
      </p:sp>
      <p:sp>
        <p:nvSpPr>
          <p:cNvPr id="297" name="Google Shape;297;p44"/>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n-GB" sz="700">
                <a:solidFill>
                  <a:srgbClr val="556271"/>
                </a:solidFill>
              </a:rPr>
              <a:t>Interfaces Gráficas y Procesamiento de Datos  / Módulo 2 / Unidad 3  / Raspberry Pi: Una placa avanzada con comunicaciones incluida</a:t>
            </a:r>
            <a:endParaRPr sz="700">
              <a:solidFill>
                <a:srgbClr val="556271"/>
              </a:solidFill>
            </a:endParaRPr>
          </a:p>
          <a:p>
            <a:pPr indent="0" lvl="0" marL="0" rtl="0" algn="r">
              <a:lnSpc>
                <a:spcPct val="90000"/>
              </a:lnSpc>
              <a:spcBef>
                <a:spcPts val="0"/>
              </a:spcBef>
              <a:spcAft>
                <a:spcPts val="0"/>
              </a:spcAft>
              <a:buNone/>
            </a:pPr>
            <a:r>
              <a:t/>
            </a:r>
            <a:endParaRPr sz="700">
              <a:solidFill>
                <a:srgbClr val="556271"/>
              </a:solidFill>
            </a:endParaRPr>
          </a:p>
          <a:p>
            <a:pPr indent="0" lvl="0" marL="0" rtl="0" algn="r">
              <a:lnSpc>
                <a:spcPct val="90000"/>
              </a:lnSpc>
              <a:spcBef>
                <a:spcPts val="0"/>
              </a:spcBef>
              <a:spcAft>
                <a:spcPts val="0"/>
              </a:spcAft>
              <a:buNone/>
            </a:pPr>
            <a:r>
              <a:t/>
            </a:r>
            <a:endParaRPr sz="700">
              <a:solidFill>
                <a:srgbClr val="55627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pic>
        <p:nvPicPr>
          <p:cNvPr id="302" name="Google Shape;302;p45"/>
          <p:cNvPicPr preferRelativeResize="0"/>
          <p:nvPr/>
        </p:nvPicPr>
        <p:blipFill rotWithShape="1">
          <a:blip r:embed="rId3">
            <a:alphaModFix/>
          </a:blip>
          <a:srcRect b="4050" l="0" r="0" t="12442"/>
          <a:stretch/>
        </p:blipFill>
        <p:spPr>
          <a:xfrm>
            <a:off x="0" y="0"/>
            <a:ext cx="9144000" cy="5143496"/>
          </a:xfrm>
          <a:prstGeom prst="rect">
            <a:avLst/>
          </a:prstGeom>
          <a:noFill/>
          <a:ln>
            <a:noFill/>
          </a:ln>
        </p:spPr>
      </p:pic>
      <p:sp>
        <p:nvSpPr>
          <p:cNvPr id="303" name="Google Shape;303;p45"/>
          <p:cNvSpPr/>
          <p:nvPr/>
        </p:nvSpPr>
        <p:spPr>
          <a:xfrm>
            <a:off x="0" y="0"/>
            <a:ext cx="9144000" cy="5153100"/>
          </a:xfrm>
          <a:prstGeom prst="rect">
            <a:avLst/>
          </a:prstGeom>
          <a:solidFill>
            <a:srgbClr val="556271">
              <a:alpha val="8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45"/>
          <p:cNvSpPr txBox="1"/>
          <p:nvPr>
            <p:ph idx="4294967295" type="ctrTitle"/>
          </p:nvPr>
        </p:nvSpPr>
        <p:spPr>
          <a:xfrm>
            <a:off x="4368975" y="261625"/>
            <a:ext cx="2850900" cy="390600"/>
          </a:xfrm>
          <a:prstGeom prst="rect">
            <a:avLst/>
          </a:prstGeom>
          <a:noFill/>
          <a:ln>
            <a:noFill/>
          </a:ln>
        </p:spPr>
        <p:txBody>
          <a:bodyPr anchorCtr="0" anchor="t" bIns="91425" lIns="91425" spcFirstLastPara="1" rIns="91425" wrap="square" tIns="91425">
            <a:noAutofit/>
          </a:bodyPr>
          <a:lstStyle/>
          <a:p>
            <a:pPr indent="0" lvl="0" marL="0" marR="0" rtl="0" algn="r">
              <a:lnSpc>
                <a:spcPct val="90000"/>
              </a:lnSpc>
              <a:spcBef>
                <a:spcPts val="0"/>
              </a:spcBef>
              <a:spcAft>
                <a:spcPts val="0"/>
              </a:spcAft>
              <a:buClr>
                <a:schemeClr val="dk1"/>
              </a:buClr>
              <a:buSzPts val="1100"/>
              <a:buFont typeface="Arial"/>
              <a:buNone/>
            </a:pPr>
            <a:r>
              <a:rPr lang="en-GB" sz="1000">
                <a:solidFill>
                  <a:schemeClr val="lt1"/>
                </a:solidFill>
              </a:rPr>
              <a:t>Raspberry Pi: Una placa avanzada con comunicaciones incluida</a:t>
            </a:r>
            <a:endParaRPr sz="1000">
              <a:solidFill>
                <a:schemeClr val="lt1"/>
              </a:solidFill>
            </a:endParaRPr>
          </a:p>
          <a:p>
            <a:pPr indent="0" lvl="0" marL="0" marR="0" rtl="0" algn="l">
              <a:lnSpc>
                <a:spcPct val="90000"/>
              </a:lnSpc>
              <a:spcBef>
                <a:spcPts val="0"/>
              </a:spcBef>
              <a:spcAft>
                <a:spcPts val="0"/>
              </a:spcAft>
              <a:buClr>
                <a:schemeClr val="dk1"/>
              </a:buClr>
              <a:buSzPts val="1100"/>
              <a:buFont typeface="Arial"/>
              <a:buNone/>
            </a:pPr>
            <a:r>
              <a:t/>
            </a:r>
            <a:endParaRPr sz="1000">
              <a:solidFill>
                <a:schemeClr val="lt1"/>
              </a:solidFill>
            </a:endParaRPr>
          </a:p>
          <a:p>
            <a:pPr indent="0" lvl="0" marL="0" marR="0" rtl="0" algn="r">
              <a:lnSpc>
                <a:spcPct val="90000"/>
              </a:lnSpc>
              <a:spcBef>
                <a:spcPts val="0"/>
              </a:spcBef>
              <a:spcAft>
                <a:spcPts val="0"/>
              </a:spcAft>
              <a:buClr>
                <a:schemeClr val="dk1"/>
              </a:buClr>
              <a:buSzPts val="1100"/>
              <a:buFont typeface="Arial"/>
              <a:buNone/>
            </a:pPr>
            <a:r>
              <a:t/>
            </a:r>
            <a:endParaRPr sz="1000">
              <a:solidFill>
                <a:schemeClr val="lt1"/>
              </a:solidFill>
            </a:endParaRPr>
          </a:p>
          <a:p>
            <a:pPr indent="0" lvl="0" marL="0" marR="0" rtl="0" algn="r">
              <a:lnSpc>
                <a:spcPct val="90000"/>
              </a:lnSpc>
              <a:spcBef>
                <a:spcPts val="0"/>
              </a:spcBef>
              <a:spcAft>
                <a:spcPts val="0"/>
              </a:spcAft>
              <a:buClr>
                <a:schemeClr val="dk1"/>
              </a:buClr>
              <a:buSzPts val="1100"/>
              <a:buFont typeface="Arial"/>
              <a:buNone/>
            </a:pPr>
            <a:r>
              <a:t/>
            </a:r>
            <a:endParaRPr sz="1000">
              <a:solidFill>
                <a:schemeClr val="lt1"/>
              </a:solidFill>
            </a:endParaRPr>
          </a:p>
          <a:p>
            <a:pPr indent="0" lvl="0" marL="0" marR="0" rtl="0" algn="r">
              <a:lnSpc>
                <a:spcPct val="90000"/>
              </a:lnSpc>
              <a:spcBef>
                <a:spcPts val="0"/>
              </a:spcBef>
              <a:spcAft>
                <a:spcPts val="0"/>
              </a:spcAft>
              <a:buClr>
                <a:schemeClr val="dk1"/>
              </a:buClr>
              <a:buSzPts val="2800"/>
              <a:buFont typeface="Arial"/>
              <a:buNone/>
            </a:pPr>
            <a:r>
              <a:t/>
            </a:r>
            <a:endParaRPr sz="1000">
              <a:solidFill>
                <a:schemeClr val="lt1"/>
              </a:solidFill>
            </a:endParaRPr>
          </a:p>
        </p:txBody>
      </p:sp>
      <p:cxnSp>
        <p:nvCxnSpPr>
          <p:cNvPr id="305" name="Google Shape;305;p45"/>
          <p:cNvCxnSpPr/>
          <p:nvPr/>
        </p:nvCxnSpPr>
        <p:spPr>
          <a:xfrm flipH="1">
            <a:off x="7259850" y="309275"/>
            <a:ext cx="132000" cy="272100"/>
          </a:xfrm>
          <a:prstGeom prst="straightConnector1">
            <a:avLst/>
          </a:prstGeom>
          <a:noFill/>
          <a:ln cap="flat" cmpd="sng" w="9525">
            <a:solidFill>
              <a:schemeClr val="lt1"/>
            </a:solidFill>
            <a:prstDash val="solid"/>
            <a:round/>
            <a:headEnd len="sm" w="sm" type="none"/>
            <a:tailEnd len="sm" w="sm" type="none"/>
          </a:ln>
        </p:spPr>
      </p:cxnSp>
      <p:pic>
        <p:nvPicPr>
          <p:cNvPr id="306" name="Google Shape;306;p45"/>
          <p:cNvPicPr preferRelativeResize="0"/>
          <p:nvPr/>
        </p:nvPicPr>
        <p:blipFill rotWithShape="1">
          <a:blip r:embed="rId4">
            <a:alphaModFix/>
          </a:blip>
          <a:srcRect b="0" l="0" r="0" t="0"/>
          <a:stretch/>
        </p:blipFill>
        <p:spPr>
          <a:xfrm>
            <a:off x="7522238" y="256888"/>
            <a:ext cx="1362075" cy="400050"/>
          </a:xfrm>
          <a:prstGeom prst="rect">
            <a:avLst/>
          </a:prstGeom>
          <a:noFill/>
          <a:ln>
            <a:noFill/>
          </a:ln>
        </p:spPr>
      </p:pic>
      <p:sp>
        <p:nvSpPr>
          <p:cNvPr id="307" name="Google Shape;307;p45"/>
          <p:cNvSpPr txBox="1"/>
          <p:nvPr>
            <p:ph idx="4294967295" type="ctrTitle"/>
          </p:nvPr>
        </p:nvSpPr>
        <p:spPr>
          <a:xfrm>
            <a:off x="1086150" y="2041427"/>
            <a:ext cx="5429100" cy="969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lang="en-GB" sz="2600">
                <a:solidFill>
                  <a:schemeClr val="lt1"/>
                </a:solidFill>
              </a:rPr>
              <a:t>Processing y RPi: Processing Pi Mode</a:t>
            </a:r>
            <a:endParaRPr b="1" sz="2600">
              <a:solidFill>
                <a:schemeClr val="lt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cxnSp>
        <p:nvCxnSpPr>
          <p:cNvPr id="312" name="Google Shape;312;p46"/>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313" name="Google Shape;313;p46"/>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314" name="Google Shape;314;p46"/>
          <p:cNvSpPr txBox="1"/>
          <p:nvPr/>
        </p:nvSpPr>
        <p:spPr>
          <a:xfrm>
            <a:off x="554400" y="1307100"/>
            <a:ext cx="8035200" cy="25293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lang="en-GB" sz="1600">
                <a:solidFill>
                  <a:srgbClr val="556271"/>
                </a:solidFill>
              </a:rPr>
              <a:t>Una vez que tengamos nuestro Raspberry Pi andando (o bien desde la VM), podemos utilizar processing para interactuar con nuestro GPIO y placa en general. Las referencias a las funciones podemos encontrarlas en: </a:t>
            </a:r>
            <a:r>
              <a:rPr lang="en-GB" sz="1600" u="sng">
                <a:solidFill>
                  <a:schemeClr val="hlink"/>
                </a:solidFill>
                <a:hlinkClick r:id="rId4"/>
              </a:rPr>
              <a:t>https://pi.processing.org/reference/</a:t>
            </a:r>
            <a:r>
              <a:rPr lang="en-GB" sz="1600">
                <a:solidFill>
                  <a:srgbClr val="556271"/>
                </a:solidFill>
              </a:rPr>
              <a:t>.</a:t>
            </a:r>
            <a:endParaRPr sz="1600">
              <a:solidFill>
                <a:srgbClr val="556271"/>
              </a:solidFill>
            </a:endParaRPr>
          </a:p>
          <a:p>
            <a:pPr indent="0" lvl="0" marL="0" marR="0" rtl="0" algn="l">
              <a:lnSpc>
                <a:spcPct val="130000"/>
              </a:lnSpc>
              <a:spcBef>
                <a:spcPts val="0"/>
              </a:spcBef>
              <a:spcAft>
                <a:spcPts val="0"/>
              </a:spcAft>
              <a:buNone/>
            </a:pPr>
            <a:r>
              <a:rPr lang="en-GB" sz="1600">
                <a:solidFill>
                  <a:srgbClr val="556271"/>
                </a:solidFill>
              </a:rPr>
              <a:t>Algunas de las funciones destacables son:</a:t>
            </a:r>
            <a:endParaRPr sz="1600">
              <a:solidFill>
                <a:srgbClr val="556271"/>
              </a:solidFill>
            </a:endParaRPr>
          </a:p>
          <a:p>
            <a:pPr indent="-330200" lvl="0" marL="457200" marR="0" rtl="0" algn="l">
              <a:lnSpc>
                <a:spcPct val="130000"/>
              </a:lnSpc>
              <a:spcBef>
                <a:spcPts val="0"/>
              </a:spcBef>
              <a:spcAft>
                <a:spcPts val="0"/>
              </a:spcAft>
              <a:buClr>
                <a:srgbClr val="556271"/>
              </a:buClr>
              <a:buSzPts val="1600"/>
              <a:buChar char="●"/>
            </a:pPr>
            <a:r>
              <a:rPr lang="en-GB" sz="1600">
                <a:solidFill>
                  <a:srgbClr val="556271"/>
                </a:solidFill>
              </a:rPr>
              <a:t>GPIO.pinMode(canal, modo): Nos permite setear el modo (entrada o salida) de nuestro pin.</a:t>
            </a:r>
            <a:endParaRPr sz="1600">
              <a:solidFill>
                <a:srgbClr val="556271"/>
              </a:solidFill>
            </a:endParaRPr>
          </a:p>
          <a:p>
            <a:pPr indent="-330200" lvl="0" marL="457200" rtl="0" algn="l">
              <a:lnSpc>
                <a:spcPct val="115000"/>
              </a:lnSpc>
              <a:spcBef>
                <a:spcPts val="0"/>
              </a:spcBef>
              <a:spcAft>
                <a:spcPts val="0"/>
              </a:spcAft>
              <a:buClr>
                <a:srgbClr val="556271"/>
              </a:buClr>
              <a:buSzPts val="1600"/>
              <a:buChar char="●"/>
            </a:pPr>
            <a:r>
              <a:rPr lang="en-GB" sz="1600">
                <a:solidFill>
                  <a:srgbClr val="556271"/>
                </a:solidFill>
              </a:rPr>
              <a:t>GPIO.digitalWrite(canal, estado): Nos permite setearle un estado a nuestro canal.</a:t>
            </a:r>
            <a:endParaRPr sz="1600">
              <a:solidFill>
                <a:srgbClr val="556271"/>
              </a:solidFill>
            </a:endParaRPr>
          </a:p>
          <a:p>
            <a:pPr indent="-330200" lvl="0" marL="457200" rtl="0" algn="l">
              <a:lnSpc>
                <a:spcPct val="115000"/>
              </a:lnSpc>
              <a:spcBef>
                <a:spcPts val="0"/>
              </a:spcBef>
              <a:spcAft>
                <a:spcPts val="0"/>
              </a:spcAft>
              <a:buClr>
                <a:srgbClr val="556271"/>
              </a:buClr>
              <a:buSzPts val="1600"/>
              <a:buChar char="●"/>
            </a:pPr>
            <a:r>
              <a:rPr lang="en-GB" sz="1600">
                <a:solidFill>
                  <a:srgbClr val="556271"/>
                </a:solidFill>
              </a:rPr>
              <a:t>GPIO.digitalRead(4): Nos permite obtener el estado de un canal</a:t>
            </a:r>
            <a:endParaRPr sz="1600">
              <a:solidFill>
                <a:srgbClr val="556271"/>
              </a:solidFill>
            </a:endParaRPr>
          </a:p>
          <a:p>
            <a:pPr indent="0" lvl="0" marL="0" marR="0" rtl="0" algn="l">
              <a:lnSpc>
                <a:spcPct val="130000"/>
              </a:lnSpc>
              <a:spcBef>
                <a:spcPts val="0"/>
              </a:spcBef>
              <a:spcAft>
                <a:spcPts val="0"/>
              </a:spcAft>
              <a:buNone/>
            </a:pPr>
            <a:r>
              <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a:p>
            <a:pPr indent="0" lvl="0" marL="0" marR="0" rtl="0" algn="l">
              <a:lnSpc>
                <a:spcPct val="130000"/>
              </a:lnSpc>
              <a:spcBef>
                <a:spcPts val="0"/>
              </a:spcBef>
              <a:spcAft>
                <a:spcPts val="0"/>
              </a:spcAft>
              <a:buClr>
                <a:schemeClr val="dk1"/>
              </a:buClr>
              <a:buSzPts val="1100"/>
              <a:buFont typeface="Arial"/>
              <a:buNone/>
            </a:pPr>
            <a:r>
              <a:t/>
            </a:r>
            <a:endParaRPr sz="1600">
              <a:solidFill>
                <a:srgbClr val="556271"/>
              </a:solidFill>
            </a:endParaRPr>
          </a:p>
        </p:txBody>
      </p:sp>
      <p:sp>
        <p:nvSpPr>
          <p:cNvPr id="315" name="Google Shape;315;p46"/>
          <p:cNvSpPr txBox="1"/>
          <p:nvPr/>
        </p:nvSpPr>
        <p:spPr>
          <a:xfrm>
            <a:off x="326450" y="242575"/>
            <a:ext cx="3414600" cy="848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rPr b="1" lang="en-GB" sz="3000">
                <a:solidFill>
                  <a:srgbClr val="434343"/>
                </a:solidFill>
              </a:rPr>
              <a:t>Processing en Raspbian</a:t>
            </a:r>
            <a:endParaRPr b="1" sz="3000">
              <a:solidFill>
                <a:srgbClr val="434343"/>
              </a:solidFill>
            </a:endParaRPr>
          </a:p>
        </p:txBody>
      </p:sp>
      <p:sp>
        <p:nvSpPr>
          <p:cNvPr id="316" name="Google Shape;316;p46"/>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n-GB" sz="700">
                <a:solidFill>
                  <a:srgbClr val="556271"/>
                </a:solidFill>
              </a:rPr>
              <a:t>Interfaces Gráficas y Procesamiento de Datos  / Módulo 2 / Unidad 3  / Raspberry Pi: Una placa avanzada con comunicaciones incluida</a:t>
            </a:r>
            <a:endParaRPr sz="700">
              <a:solidFill>
                <a:srgbClr val="556271"/>
              </a:solidFill>
            </a:endParaRPr>
          </a:p>
          <a:p>
            <a:pPr indent="0" lvl="0" marL="0" rtl="0" algn="r">
              <a:lnSpc>
                <a:spcPct val="90000"/>
              </a:lnSpc>
              <a:spcBef>
                <a:spcPts val="0"/>
              </a:spcBef>
              <a:spcAft>
                <a:spcPts val="0"/>
              </a:spcAft>
              <a:buNone/>
            </a:pPr>
            <a:r>
              <a:t/>
            </a:r>
            <a:endParaRPr sz="700">
              <a:solidFill>
                <a:srgbClr val="556271"/>
              </a:solidFill>
            </a:endParaRPr>
          </a:p>
          <a:p>
            <a:pPr indent="0" lvl="0" marL="0" rtl="0" algn="r">
              <a:lnSpc>
                <a:spcPct val="90000"/>
              </a:lnSpc>
              <a:spcBef>
                <a:spcPts val="0"/>
              </a:spcBef>
              <a:spcAft>
                <a:spcPts val="0"/>
              </a:spcAft>
              <a:buNone/>
            </a:pPr>
            <a:r>
              <a:t/>
            </a:r>
            <a:endParaRPr sz="700">
              <a:solidFill>
                <a:srgbClr val="55627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cxnSp>
        <p:nvCxnSpPr>
          <p:cNvPr id="321" name="Google Shape;321;p47"/>
          <p:cNvCxnSpPr/>
          <p:nvPr/>
        </p:nvCxnSpPr>
        <p:spPr>
          <a:xfrm flipH="1">
            <a:off x="7445238" y="242563"/>
            <a:ext cx="133500" cy="276300"/>
          </a:xfrm>
          <a:prstGeom prst="straightConnector1">
            <a:avLst/>
          </a:prstGeom>
          <a:noFill/>
          <a:ln cap="flat" cmpd="sng" w="9525">
            <a:solidFill>
              <a:srgbClr val="BC182C"/>
            </a:solidFill>
            <a:prstDash val="solid"/>
            <a:round/>
            <a:headEnd len="sm" w="sm" type="none"/>
            <a:tailEnd len="sm" w="sm" type="none"/>
          </a:ln>
        </p:spPr>
      </p:cxnSp>
      <p:pic>
        <p:nvPicPr>
          <p:cNvPr id="322" name="Google Shape;322;p47"/>
          <p:cNvPicPr preferRelativeResize="0"/>
          <p:nvPr/>
        </p:nvPicPr>
        <p:blipFill rotWithShape="1">
          <a:blip r:embed="rId3">
            <a:alphaModFix/>
          </a:blip>
          <a:srcRect b="0" l="0" r="0" t="0"/>
          <a:stretch/>
        </p:blipFill>
        <p:spPr>
          <a:xfrm>
            <a:off x="7707775" y="208488"/>
            <a:ext cx="1161975" cy="344450"/>
          </a:xfrm>
          <a:prstGeom prst="rect">
            <a:avLst/>
          </a:prstGeom>
          <a:noFill/>
          <a:ln>
            <a:noFill/>
          </a:ln>
        </p:spPr>
      </p:pic>
      <p:sp>
        <p:nvSpPr>
          <p:cNvPr id="323" name="Google Shape;323;p47"/>
          <p:cNvSpPr txBox="1"/>
          <p:nvPr/>
        </p:nvSpPr>
        <p:spPr>
          <a:xfrm>
            <a:off x="921900" y="1270200"/>
            <a:ext cx="7300200" cy="321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600">
                <a:solidFill>
                  <a:srgbClr val="556271"/>
                </a:solidFill>
              </a:rPr>
              <a:t>import processing.io.*;</a:t>
            </a:r>
            <a:endParaRPr sz="1600">
              <a:solidFill>
                <a:srgbClr val="556271"/>
              </a:solidFill>
            </a:endParaRPr>
          </a:p>
          <a:p>
            <a:pPr indent="0" lvl="0" marL="0" rtl="0" algn="l">
              <a:lnSpc>
                <a:spcPct val="115000"/>
              </a:lnSpc>
              <a:spcBef>
                <a:spcPts val="0"/>
              </a:spcBef>
              <a:spcAft>
                <a:spcPts val="0"/>
              </a:spcAft>
              <a:buNone/>
            </a:pPr>
            <a:r>
              <a:rPr lang="en-GB" sz="1600">
                <a:solidFill>
                  <a:srgbClr val="556271"/>
                </a:solidFill>
              </a:rPr>
              <a:t>void setup() {</a:t>
            </a:r>
            <a:endParaRPr sz="1600">
              <a:solidFill>
                <a:srgbClr val="556271"/>
              </a:solidFill>
            </a:endParaRPr>
          </a:p>
          <a:p>
            <a:pPr indent="0" lvl="0" marL="0" rtl="0" algn="l">
              <a:lnSpc>
                <a:spcPct val="115000"/>
              </a:lnSpc>
              <a:spcBef>
                <a:spcPts val="0"/>
              </a:spcBef>
              <a:spcAft>
                <a:spcPts val="0"/>
              </a:spcAft>
              <a:buNone/>
            </a:pPr>
            <a:r>
              <a:rPr lang="en-GB" sz="1600">
                <a:solidFill>
                  <a:srgbClr val="556271"/>
                </a:solidFill>
              </a:rPr>
              <a:t>  GPIO.pinMode(4, GPIO.INPUT_PULLUP); </a:t>
            </a:r>
            <a:r>
              <a:rPr lang="en-GB" sz="1600">
                <a:solidFill>
                  <a:srgbClr val="556271"/>
                </a:solidFill>
              </a:rPr>
              <a:t>// el setupmode es por default BCM</a:t>
            </a:r>
            <a:endParaRPr sz="1600">
              <a:solidFill>
                <a:srgbClr val="556271"/>
              </a:solidFill>
            </a:endParaRPr>
          </a:p>
          <a:p>
            <a:pPr indent="0" lvl="0" marL="0" rtl="0" algn="l">
              <a:lnSpc>
                <a:spcPct val="115000"/>
              </a:lnSpc>
              <a:spcBef>
                <a:spcPts val="0"/>
              </a:spcBef>
              <a:spcAft>
                <a:spcPts val="0"/>
              </a:spcAft>
              <a:buNone/>
            </a:pPr>
            <a:r>
              <a:rPr lang="en-GB" sz="1600">
                <a:solidFill>
                  <a:srgbClr val="556271"/>
                </a:solidFill>
              </a:rPr>
              <a:t>}</a:t>
            </a:r>
            <a:endParaRPr sz="1600">
              <a:solidFill>
                <a:srgbClr val="556271"/>
              </a:solidFill>
            </a:endParaRPr>
          </a:p>
          <a:p>
            <a:pPr indent="0" lvl="0" marL="0" rtl="0" algn="l">
              <a:lnSpc>
                <a:spcPct val="115000"/>
              </a:lnSpc>
              <a:spcBef>
                <a:spcPts val="0"/>
              </a:spcBef>
              <a:spcAft>
                <a:spcPts val="0"/>
              </a:spcAft>
              <a:buNone/>
            </a:pPr>
            <a:r>
              <a:rPr lang="en-GB" sz="1600">
                <a:solidFill>
                  <a:srgbClr val="556271"/>
                </a:solidFill>
              </a:rPr>
              <a:t>void draw() {</a:t>
            </a:r>
            <a:endParaRPr sz="1600">
              <a:solidFill>
                <a:srgbClr val="556271"/>
              </a:solidFill>
            </a:endParaRPr>
          </a:p>
          <a:p>
            <a:pPr indent="0" lvl="0" marL="0" rtl="0" algn="l">
              <a:lnSpc>
                <a:spcPct val="115000"/>
              </a:lnSpc>
              <a:spcBef>
                <a:spcPts val="0"/>
              </a:spcBef>
              <a:spcAft>
                <a:spcPts val="0"/>
              </a:spcAft>
              <a:buNone/>
            </a:pPr>
            <a:r>
              <a:rPr lang="en-GB" sz="1600">
                <a:solidFill>
                  <a:srgbClr val="556271"/>
                </a:solidFill>
              </a:rPr>
              <a:t>  if (GPIO.digitalRead(4) == GPIO.LOW) {</a:t>
            </a:r>
            <a:endParaRPr sz="1600">
              <a:solidFill>
                <a:srgbClr val="556271"/>
              </a:solidFill>
            </a:endParaRPr>
          </a:p>
          <a:p>
            <a:pPr indent="0" lvl="0" marL="0" rtl="0" algn="l">
              <a:lnSpc>
                <a:spcPct val="115000"/>
              </a:lnSpc>
              <a:spcBef>
                <a:spcPts val="0"/>
              </a:spcBef>
              <a:spcAft>
                <a:spcPts val="0"/>
              </a:spcAft>
              <a:buNone/>
            </a:pPr>
            <a:r>
              <a:rPr lang="en-GB" sz="1600">
                <a:solidFill>
                  <a:srgbClr val="556271"/>
                </a:solidFill>
              </a:rPr>
              <a:t>    fill(255);</a:t>
            </a:r>
            <a:endParaRPr sz="1600">
              <a:solidFill>
                <a:srgbClr val="556271"/>
              </a:solidFill>
            </a:endParaRPr>
          </a:p>
          <a:p>
            <a:pPr indent="0" lvl="0" marL="0" rtl="0" algn="l">
              <a:lnSpc>
                <a:spcPct val="115000"/>
              </a:lnSpc>
              <a:spcBef>
                <a:spcPts val="0"/>
              </a:spcBef>
              <a:spcAft>
                <a:spcPts val="0"/>
              </a:spcAft>
              <a:buNone/>
            </a:pPr>
            <a:r>
              <a:rPr lang="en-GB" sz="1600">
                <a:solidFill>
                  <a:srgbClr val="556271"/>
                </a:solidFill>
              </a:rPr>
              <a:t>  } else { fill(204); }</a:t>
            </a:r>
            <a:endParaRPr sz="1600">
              <a:solidFill>
                <a:srgbClr val="556271"/>
              </a:solidFill>
            </a:endParaRPr>
          </a:p>
          <a:p>
            <a:pPr indent="0" lvl="0" marL="0" rtl="0" algn="l">
              <a:lnSpc>
                <a:spcPct val="115000"/>
              </a:lnSpc>
              <a:spcBef>
                <a:spcPts val="0"/>
              </a:spcBef>
              <a:spcAft>
                <a:spcPts val="0"/>
              </a:spcAft>
              <a:buNone/>
            </a:pPr>
            <a:r>
              <a:rPr lang="en-GB" sz="1600">
                <a:solidFill>
                  <a:srgbClr val="556271"/>
                </a:solidFill>
              </a:rPr>
              <a:t>  stroke(255);</a:t>
            </a:r>
            <a:endParaRPr sz="1600">
              <a:solidFill>
                <a:srgbClr val="556271"/>
              </a:solidFill>
            </a:endParaRPr>
          </a:p>
          <a:p>
            <a:pPr indent="0" lvl="0" marL="0" rtl="0" algn="l">
              <a:lnSpc>
                <a:spcPct val="115000"/>
              </a:lnSpc>
              <a:spcBef>
                <a:spcPts val="0"/>
              </a:spcBef>
              <a:spcAft>
                <a:spcPts val="0"/>
              </a:spcAft>
              <a:buNone/>
            </a:pPr>
            <a:r>
              <a:rPr lang="en-GB" sz="1600">
                <a:solidFill>
                  <a:srgbClr val="556271"/>
                </a:solidFill>
              </a:rPr>
              <a:t>  ellipse(width/2, height/2, width*0.75, height*0.75);</a:t>
            </a:r>
            <a:endParaRPr sz="1600">
              <a:solidFill>
                <a:srgbClr val="556271"/>
              </a:solidFill>
            </a:endParaRPr>
          </a:p>
          <a:p>
            <a:pPr indent="0" lvl="0" marL="0" rtl="0" algn="l">
              <a:lnSpc>
                <a:spcPct val="115000"/>
              </a:lnSpc>
              <a:spcBef>
                <a:spcPts val="0"/>
              </a:spcBef>
              <a:spcAft>
                <a:spcPts val="0"/>
              </a:spcAft>
              <a:buNone/>
            </a:pPr>
            <a:r>
              <a:rPr lang="en-GB" sz="1600">
                <a:solidFill>
                  <a:srgbClr val="556271"/>
                </a:solidFill>
              </a:rPr>
              <a:t>}</a:t>
            </a:r>
            <a:endParaRPr sz="1600">
              <a:solidFill>
                <a:srgbClr val="556271"/>
              </a:solidFill>
            </a:endParaRPr>
          </a:p>
          <a:p>
            <a:pPr indent="0" lvl="0" marL="0" marR="0" rtl="0" algn="l">
              <a:lnSpc>
                <a:spcPct val="130000"/>
              </a:lnSpc>
              <a:spcBef>
                <a:spcPts val="0"/>
              </a:spcBef>
              <a:spcAft>
                <a:spcPts val="0"/>
              </a:spcAft>
              <a:buNone/>
            </a:pPr>
            <a:r>
              <a:t/>
            </a:r>
            <a:endParaRPr sz="1600">
              <a:solidFill>
                <a:srgbClr val="556271"/>
              </a:solidFill>
            </a:endParaRPr>
          </a:p>
          <a:p>
            <a:pPr indent="0" lvl="0" marL="0" marR="0" rtl="0" algn="l">
              <a:lnSpc>
                <a:spcPct val="130000"/>
              </a:lnSpc>
              <a:spcBef>
                <a:spcPts val="0"/>
              </a:spcBef>
              <a:spcAft>
                <a:spcPts val="0"/>
              </a:spcAft>
              <a:buNone/>
            </a:pPr>
            <a:r>
              <a:t/>
            </a:r>
            <a:endParaRPr sz="1600">
              <a:solidFill>
                <a:srgbClr val="556271"/>
              </a:solidFill>
            </a:endParaRPr>
          </a:p>
          <a:p>
            <a:pPr indent="0" lvl="0" marL="0" marR="0" rtl="0" algn="l">
              <a:lnSpc>
                <a:spcPct val="130000"/>
              </a:lnSpc>
              <a:spcBef>
                <a:spcPts val="0"/>
              </a:spcBef>
              <a:spcAft>
                <a:spcPts val="0"/>
              </a:spcAft>
              <a:buNone/>
            </a:pPr>
            <a:r>
              <a:t/>
            </a:r>
            <a:endParaRPr sz="1600">
              <a:solidFill>
                <a:srgbClr val="556271"/>
              </a:solidFill>
            </a:endParaRPr>
          </a:p>
        </p:txBody>
      </p:sp>
      <p:sp>
        <p:nvSpPr>
          <p:cNvPr id="324" name="Google Shape;324;p47"/>
          <p:cNvSpPr txBox="1"/>
          <p:nvPr/>
        </p:nvSpPr>
        <p:spPr>
          <a:xfrm>
            <a:off x="326450" y="242575"/>
            <a:ext cx="3414600" cy="848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rPr b="1" lang="en-GB" sz="3000">
                <a:solidFill>
                  <a:srgbClr val="434343"/>
                </a:solidFill>
              </a:rPr>
              <a:t>Processing en Raspbian</a:t>
            </a:r>
            <a:endParaRPr b="1" sz="3000">
              <a:solidFill>
                <a:srgbClr val="434343"/>
              </a:solidFill>
            </a:endParaRPr>
          </a:p>
        </p:txBody>
      </p:sp>
      <p:sp>
        <p:nvSpPr>
          <p:cNvPr id="325" name="Google Shape;325;p47"/>
          <p:cNvSpPr txBox="1"/>
          <p:nvPr/>
        </p:nvSpPr>
        <p:spPr>
          <a:xfrm>
            <a:off x="3959625" y="316375"/>
            <a:ext cx="3414600" cy="1287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None/>
            </a:pPr>
            <a:r>
              <a:rPr lang="en-GB" sz="700">
                <a:solidFill>
                  <a:srgbClr val="556271"/>
                </a:solidFill>
              </a:rPr>
              <a:t>Interfaces Gráficas y Procesamiento de Datos  / Módulo 2 / Unidad 3  / Raspberry Pi: Una placa avanzada con comunicaciones incluida</a:t>
            </a:r>
            <a:endParaRPr sz="700">
              <a:solidFill>
                <a:srgbClr val="556271"/>
              </a:solidFill>
            </a:endParaRPr>
          </a:p>
          <a:p>
            <a:pPr indent="0" lvl="0" marL="0" rtl="0" algn="r">
              <a:lnSpc>
                <a:spcPct val="90000"/>
              </a:lnSpc>
              <a:spcBef>
                <a:spcPts val="0"/>
              </a:spcBef>
              <a:spcAft>
                <a:spcPts val="0"/>
              </a:spcAft>
              <a:buNone/>
            </a:pPr>
            <a:r>
              <a:t/>
            </a:r>
            <a:endParaRPr sz="700">
              <a:solidFill>
                <a:srgbClr val="556271"/>
              </a:solidFill>
            </a:endParaRPr>
          </a:p>
          <a:p>
            <a:pPr indent="0" lvl="0" marL="0" rtl="0" algn="r">
              <a:lnSpc>
                <a:spcPct val="90000"/>
              </a:lnSpc>
              <a:spcBef>
                <a:spcPts val="0"/>
              </a:spcBef>
              <a:spcAft>
                <a:spcPts val="0"/>
              </a:spcAft>
              <a:buNone/>
            </a:pPr>
            <a:r>
              <a:t/>
            </a:r>
            <a:endParaRPr sz="700">
              <a:solidFill>
                <a:srgbClr val="55627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