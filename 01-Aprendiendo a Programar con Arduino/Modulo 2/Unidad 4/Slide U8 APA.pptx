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f5996170b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f5996170b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f5996170b5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f5996170b5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f5996170b5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f5996170b5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f5996170b5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f5996170b5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f5996170b5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f5996170b5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f5996170b5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f5996170b5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f5996170b5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f5996170b5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f5996170b5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f5996170b5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f5996170b5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f5996170b5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f5996170b5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f5996170b5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f5996170b5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f5996170b5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f5996170b5_0_3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f5996170b5_0_3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f5996170b5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f5996170b5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CB9C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/>
          <p:nvPr/>
        </p:nvSpPr>
        <p:spPr>
          <a:xfrm>
            <a:off x="0" y="13950"/>
            <a:ext cx="2913300" cy="4617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Primera Unidad</a:t>
            </a:r>
            <a:endParaRPr sz="1800"/>
          </a:p>
        </p:txBody>
      </p:sp>
      <p:sp>
        <p:nvSpPr>
          <p:cNvPr id="75" name="Google Shape;75;p17"/>
          <p:cNvSpPr txBox="1"/>
          <p:nvPr/>
        </p:nvSpPr>
        <p:spPr>
          <a:xfrm>
            <a:off x="152025" y="2263950"/>
            <a:ext cx="4180800" cy="6156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La primera unidad revisa algunos conceptos fundamentales de las variables como son</a:t>
            </a:r>
            <a:endParaRPr/>
          </a:p>
        </p:txBody>
      </p:sp>
      <p:sp>
        <p:nvSpPr>
          <p:cNvPr id="76" name="Google Shape;76;p17"/>
          <p:cNvSpPr txBox="1"/>
          <p:nvPr/>
        </p:nvSpPr>
        <p:spPr>
          <a:xfrm>
            <a:off x="4915475" y="414150"/>
            <a:ext cx="1076700" cy="4002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Variables</a:t>
            </a:r>
            <a:endParaRPr/>
          </a:p>
        </p:txBody>
      </p:sp>
      <p:sp>
        <p:nvSpPr>
          <p:cNvPr id="77" name="Google Shape;77;p17"/>
          <p:cNvSpPr txBox="1"/>
          <p:nvPr/>
        </p:nvSpPr>
        <p:spPr>
          <a:xfrm>
            <a:off x="6436100" y="13950"/>
            <a:ext cx="1621200" cy="4002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Tipos de variables</a:t>
            </a:r>
            <a:endParaRPr/>
          </a:p>
        </p:txBody>
      </p:sp>
      <p:sp>
        <p:nvSpPr>
          <p:cNvPr id="78" name="Google Shape;78;p17"/>
          <p:cNvSpPr txBox="1"/>
          <p:nvPr/>
        </p:nvSpPr>
        <p:spPr>
          <a:xfrm>
            <a:off x="6436100" y="630275"/>
            <a:ext cx="2482800" cy="4002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Definición</a:t>
            </a:r>
            <a:r>
              <a:rPr lang="en-GB"/>
              <a:t> y uso de variables</a:t>
            </a:r>
            <a:endParaRPr/>
          </a:p>
        </p:txBody>
      </p:sp>
      <p:sp>
        <p:nvSpPr>
          <p:cNvPr id="79" name="Google Shape;79;p17"/>
          <p:cNvSpPr txBox="1"/>
          <p:nvPr/>
        </p:nvSpPr>
        <p:spPr>
          <a:xfrm>
            <a:off x="6436100" y="1246600"/>
            <a:ext cx="2153400" cy="4002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Jerarquía</a:t>
            </a:r>
            <a:r>
              <a:rPr lang="en-GB"/>
              <a:t> de variables</a:t>
            </a:r>
            <a:endParaRPr/>
          </a:p>
        </p:txBody>
      </p:sp>
      <p:cxnSp>
        <p:nvCxnSpPr>
          <p:cNvPr id="80" name="Google Shape;80;p17"/>
          <p:cNvCxnSpPr>
            <a:stCxn id="75" idx="3"/>
            <a:endCxn id="76" idx="1"/>
          </p:cNvCxnSpPr>
          <p:nvPr/>
        </p:nvCxnSpPr>
        <p:spPr>
          <a:xfrm flipH="1" rot="10800000">
            <a:off x="4332825" y="614250"/>
            <a:ext cx="582600" cy="195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1" name="Google Shape;81;p17"/>
          <p:cNvCxnSpPr>
            <a:stCxn id="76" idx="3"/>
            <a:endCxn id="77" idx="1"/>
          </p:cNvCxnSpPr>
          <p:nvPr/>
        </p:nvCxnSpPr>
        <p:spPr>
          <a:xfrm flipH="1" rot="10800000">
            <a:off x="5992175" y="214050"/>
            <a:ext cx="444000" cy="40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2" name="Google Shape;82;p17"/>
          <p:cNvCxnSpPr>
            <a:stCxn id="76" idx="3"/>
            <a:endCxn id="78" idx="1"/>
          </p:cNvCxnSpPr>
          <p:nvPr/>
        </p:nvCxnSpPr>
        <p:spPr>
          <a:xfrm>
            <a:off x="5992175" y="614250"/>
            <a:ext cx="444000" cy="21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3" name="Google Shape;83;p17"/>
          <p:cNvCxnSpPr>
            <a:stCxn id="76" idx="3"/>
            <a:endCxn id="79" idx="1"/>
          </p:cNvCxnSpPr>
          <p:nvPr/>
        </p:nvCxnSpPr>
        <p:spPr>
          <a:xfrm>
            <a:off x="5992175" y="614250"/>
            <a:ext cx="444000" cy="83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4" name="Google Shape;84;p17"/>
          <p:cNvSpPr txBox="1"/>
          <p:nvPr/>
        </p:nvSpPr>
        <p:spPr>
          <a:xfrm>
            <a:off x="4915425" y="2263125"/>
            <a:ext cx="1076700" cy="6156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Software del curso</a:t>
            </a:r>
            <a:endParaRPr/>
          </a:p>
        </p:txBody>
      </p:sp>
      <p:sp>
        <p:nvSpPr>
          <p:cNvPr id="85" name="Google Shape;85;p17"/>
          <p:cNvSpPr txBox="1"/>
          <p:nvPr/>
        </p:nvSpPr>
        <p:spPr>
          <a:xfrm>
            <a:off x="6436050" y="1862925"/>
            <a:ext cx="1621200" cy="4002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Circuito.io</a:t>
            </a:r>
            <a:endParaRPr/>
          </a:p>
        </p:txBody>
      </p:sp>
      <p:sp>
        <p:nvSpPr>
          <p:cNvPr id="86" name="Google Shape;86;p17"/>
          <p:cNvSpPr txBox="1"/>
          <p:nvPr/>
        </p:nvSpPr>
        <p:spPr>
          <a:xfrm>
            <a:off x="6436050" y="2479250"/>
            <a:ext cx="2482800" cy="4002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Tinkercad</a:t>
            </a:r>
            <a:endParaRPr/>
          </a:p>
        </p:txBody>
      </p:sp>
      <p:sp>
        <p:nvSpPr>
          <p:cNvPr id="87" name="Google Shape;87;p17"/>
          <p:cNvSpPr txBox="1"/>
          <p:nvPr/>
        </p:nvSpPr>
        <p:spPr>
          <a:xfrm>
            <a:off x="6436050" y="3095575"/>
            <a:ext cx="2153400" cy="4002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Arduino IDE</a:t>
            </a:r>
            <a:endParaRPr/>
          </a:p>
        </p:txBody>
      </p:sp>
      <p:cxnSp>
        <p:nvCxnSpPr>
          <p:cNvPr id="88" name="Google Shape;88;p17"/>
          <p:cNvCxnSpPr>
            <a:stCxn id="84" idx="3"/>
            <a:endCxn id="85" idx="1"/>
          </p:cNvCxnSpPr>
          <p:nvPr/>
        </p:nvCxnSpPr>
        <p:spPr>
          <a:xfrm flipH="1" rot="10800000">
            <a:off x="5992125" y="2063025"/>
            <a:ext cx="444000" cy="507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9" name="Google Shape;89;p17"/>
          <p:cNvCxnSpPr>
            <a:stCxn id="84" idx="3"/>
            <a:endCxn id="86" idx="1"/>
          </p:cNvCxnSpPr>
          <p:nvPr/>
        </p:nvCxnSpPr>
        <p:spPr>
          <a:xfrm>
            <a:off x="5992125" y="2570925"/>
            <a:ext cx="444000" cy="108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0" name="Google Shape;90;p17"/>
          <p:cNvCxnSpPr>
            <a:stCxn id="84" idx="3"/>
            <a:endCxn id="87" idx="1"/>
          </p:cNvCxnSpPr>
          <p:nvPr/>
        </p:nvCxnSpPr>
        <p:spPr>
          <a:xfrm>
            <a:off x="5992125" y="2570925"/>
            <a:ext cx="444000" cy="72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1" name="Google Shape;91;p17"/>
          <p:cNvSpPr txBox="1"/>
          <p:nvPr/>
        </p:nvSpPr>
        <p:spPr>
          <a:xfrm>
            <a:off x="4915475" y="3896025"/>
            <a:ext cx="1076700" cy="615600"/>
          </a:xfrm>
          <a:prstGeom prst="rect">
            <a:avLst/>
          </a:prstGeom>
          <a:solidFill>
            <a:srgbClr val="E6B8A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Hardware del curso</a:t>
            </a:r>
            <a:endParaRPr/>
          </a:p>
        </p:txBody>
      </p:sp>
      <p:sp>
        <p:nvSpPr>
          <p:cNvPr id="92" name="Google Shape;92;p17"/>
          <p:cNvSpPr txBox="1"/>
          <p:nvPr/>
        </p:nvSpPr>
        <p:spPr>
          <a:xfrm>
            <a:off x="6436100" y="3803625"/>
            <a:ext cx="1228500" cy="400200"/>
          </a:xfrm>
          <a:prstGeom prst="rect">
            <a:avLst/>
          </a:prstGeom>
          <a:solidFill>
            <a:srgbClr val="E6B8A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Arduino Uno</a:t>
            </a:r>
            <a:endParaRPr/>
          </a:p>
        </p:txBody>
      </p:sp>
      <p:sp>
        <p:nvSpPr>
          <p:cNvPr id="93" name="Google Shape;93;p17"/>
          <p:cNvSpPr txBox="1"/>
          <p:nvPr/>
        </p:nvSpPr>
        <p:spPr>
          <a:xfrm>
            <a:off x="6436100" y="4511675"/>
            <a:ext cx="1228500" cy="400200"/>
          </a:xfrm>
          <a:prstGeom prst="rect">
            <a:avLst/>
          </a:prstGeom>
          <a:solidFill>
            <a:srgbClr val="E6B8A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Protoboard</a:t>
            </a:r>
            <a:endParaRPr/>
          </a:p>
        </p:txBody>
      </p:sp>
      <p:cxnSp>
        <p:nvCxnSpPr>
          <p:cNvPr id="94" name="Google Shape;94;p17"/>
          <p:cNvCxnSpPr>
            <a:stCxn id="91" idx="3"/>
            <a:endCxn id="92" idx="1"/>
          </p:cNvCxnSpPr>
          <p:nvPr/>
        </p:nvCxnSpPr>
        <p:spPr>
          <a:xfrm flipH="1" rot="10800000">
            <a:off x="5992175" y="4003725"/>
            <a:ext cx="444000" cy="20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5" name="Google Shape;95;p17"/>
          <p:cNvCxnSpPr>
            <a:stCxn id="91" idx="3"/>
            <a:endCxn id="93" idx="1"/>
          </p:cNvCxnSpPr>
          <p:nvPr/>
        </p:nvCxnSpPr>
        <p:spPr>
          <a:xfrm>
            <a:off x="5992175" y="4203825"/>
            <a:ext cx="444000" cy="507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6" name="Google Shape;96;p17"/>
          <p:cNvCxnSpPr>
            <a:stCxn id="75" idx="3"/>
            <a:endCxn id="84" idx="1"/>
          </p:cNvCxnSpPr>
          <p:nvPr/>
        </p:nvCxnSpPr>
        <p:spPr>
          <a:xfrm flipH="1" rot="10800000">
            <a:off x="4332825" y="2570850"/>
            <a:ext cx="5826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7" name="Google Shape;97;p17"/>
          <p:cNvCxnSpPr>
            <a:stCxn id="75" idx="3"/>
            <a:endCxn id="91" idx="1"/>
          </p:cNvCxnSpPr>
          <p:nvPr/>
        </p:nvCxnSpPr>
        <p:spPr>
          <a:xfrm>
            <a:off x="4332825" y="2571750"/>
            <a:ext cx="582600" cy="163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06666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 txBox="1"/>
          <p:nvPr/>
        </p:nvSpPr>
        <p:spPr>
          <a:xfrm>
            <a:off x="0" y="0"/>
            <a:ext cx="2913300" cy="4617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Segunda </a:t>
            </a:r>
            <a:r>
              <a:rPr lang="en-GB" sz="1800"/>
              <a:t>Unidad</a:t>
            </a:r>
            <a:endParaRPr sz="1800"/>
          </a:p>
        </p:txBody>
      </p:sp>
      <p:sp>
        <p:nvSpPr>
          <p:cNvPr id="103" name="Google Shape;103;p18"/>
          <p:cNvSpPr txBox="1"/>
          <p:nvPr/>
        </p:nvSpPr>
        <p:spPr>
          <a:xfrm>
            <a:off x="164700" y="1940700"/>
            <a:ext cx="3914700" cy="12621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La segunda unidad revisa varios conceptos fundamentales de la electrónica digital y analógica. Además, se vieron los conceptos de Sistemas binarios y hexadecimal así como sus utilizaciones o aplicaciones prácticas.</a:t>
            </a:r>
            <a:endParaRPr/>
          </a:p>
        </p:txBody>
      </p:sp>
      <p:sp>
        <p:nvSpPr>
          <p:cNvPr id="104" name="Google Shape;104;p18"/>
          <p:cNvSpPr txBox="1"/>
          <p:nvPr/>
        </p:nvSpPr>
        <p:spPr>
          <a:xfrm>
            <a:off x="4662050" y="400200"/>
            <a:ext cx="1076700" cy="8313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Electrónica</a:t>
            </a:r>
            <a:r>
              <a:rPr lang="en-GB"/>
              <a:t> digital y analógica.</a:t>
            </a:r>
            <a:endParaRPr/>
          </a:p>
        </p:txBody>
      </p:sp>
      <p:sp>
        <p:nvSpPr>
          <p:cNvPr id="105" name="Google Shape;105;p18"/>
          <p:cNvSpPr txBox="1"/>
          <p:nvPr/>
        </p:nvSpPr>
        <p:spPr>
          <a:xfrm>
            <a:off x="5992325" y="0"/>
            <a:ext cx="3088200" cy="4002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Gráficos</a:t>
            </a:r>
            <a:r>
              <a:rPr lang="en-GB"/>
              <a:t> y conceptos fundamentales</a:t>
            </a:r>
            <a:endParaRPr/>
          </a:p>
        </p:txBody>
      </p:sp>
      <p:sp>
        <p:nvSpPr>
          <p:cNvPr id="106" name="Google Shape;106;p18"/>
          <p:cNvSpPr txBox="1"/>
          <p:nvPr/>
        </p:nvSpPr>
        <p:spPr>
          <a:xfrm>
            <a:off x="6017975" y="616325"/>
            <a:ext cx="1925400" cy="4002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Funciones de Arduino</a:t>
            </a:r>
            <a:endParaRPr/>
          </a:p>
        </p:txBody>
      </p:sp>
      <p:sp>
        <p:nvSpPr>
          <p:cNvPr id="107" name="Google Shape;107;p18"/>
          <p:cNvSpPr txBox="1"/>
          <p:nvPr/>
        </p:nvSpPr>
        <p:spPr>
          <a:xfrm>
            <a:off x="6018050" y="1232650"/>
            <a:ext cx="1621200" cy="4002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Leyes y </a:t>
            </a:r>
            <a:r>
              <a:rPr lang="en-GB"/>
              <a:t>cálculos</a:t>
            </a:r>
            <a:r>
              <a:rPr lang="en-GB"/>
              <a:t> </a:t>
            </a:r>
            <a:endParaRPr/>
          </a:p>
        </p:txBody>
      </p:sp>
      <p:cxnSp>
        <p:nvCxnSpPr>
          <p:cNvPr id="108" name="Google Shape;108;p18"/>
          <p:cNvCxnSpPr>
            <a:stCxn id="103" idx="3"/>
            <a:endCxn id="104" idx="1"/>
          </p:cNvCxnSpPr>
          <p:nvPr/>
        </p:nvCxnSpPr>
        <p:spPr>
          <a:xfrm flipH="1" rot="10800000">
            <a:off x="4079400" y="815850"/>
            <a:ext cx="582600" cy="1755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9" name="Google Shape;109;p18"/>
          <p:cNvCxnSpPr>
            <a:stCxn id="104" idx="3"/>
            <a:endCxn id="105" idx="1"/>
          </p:cNvCxnSpPr>
          <p:nvPr/>
        </p:nvCxnSpPr>
        <p:spPr>
          <a:xfrm flipH="1" rot="10800000">
            <a:off x="5738750" y="200250"/>
            <a:ext cx="253500" cy="61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0" name="Google Shape;110;p18"/>
          <p:cNvCxnSpPr>
            <a:stCxn id="104" idx="3"/>
            <a:endCxn id="106" idx="1"/>
          </p:cNvCxnSpPr>
          <p:nvPr/>
        </p:nvCxnSpPr>
        <p:spPr>
          <a:xfrm>
            <a:off x="5738750" y="815850"/>
            <a:ext cx="279300" cy="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1" name="Google Shape;111;p18"/>
          <p:cNvCxnSpPr>
            <a:stCxn id="104" idx="3"/>
            <a:endCxn id="107" idx="1"/>
          </p:cNvCxnSpPr>
          <p:nvPr/>
        </p:nvCxnSpPr>
        <p:spPr>
          <a:xfrm>
            <a:off x="5738750" y="815850"/>
            <a:ext cx="279300" cy="61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2" name="Google Shape;112;p18"/>
          <p:cNvSpPr txBox="1"/>
          <p:nvPr/>
        </p:nvSpPr>
        <p:spPr>
          <a:xfrm>
            <a:off x="4475300" y="2141138"/>
            <a:ext cx="1450200" cy="8313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Sistemas binarios y hexadecimales</a:t>
            </a:r>
            <a:endParaRPr/>
          </a:p>
        </p:txBody>
      </p:sp>
      <p:sp>
        <p:nvSpPr>
          <p:cNvPr id="113" name="Google Shape;113;p18"/>
          <p:cNvSpPr txBox="1"/>
          <p:nvPr/>
        </p:nvSpPr>
        <p:spPr>
          <a:xfrm>
            <a:off x="6182625" y="1848975"/>
            <a:ext cx="1621200" cy="4002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Conversiones</a:t>
            </a:r>
            <a:endParaRPr/>
          </a:p>
        </p:txBody>
      </p:sp>
      <p:sp>
        <p:nvSpPr>
          <p:cNvPr id="114" name="Google Shape;114;p18"/>
          <p:cNvSpPr txBox="1"/>
          <p:nvPr/>
        </p:nvSpPr>
        <p:spPr>
          <a:xfrm>
            <a:off x="6182625" y="2465300"/>
            <a:ext cx="1988700" cy="4002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Funciones de Arduino</a:t>
            </a:r>
            <a:endParaRPr/>
          </a:p>
        </p:txBody>
      </p:sp>
      <p:sp>
        <p:nvSpPr>
          <p:cNvPr id="115" name="Google Shape;115;p18"/>
          <p:cNvSpPr txBox="1"/>
          <p:nvPr/>
        </p:nvSpPr>
        <p:spPr>
          <a:xfrm>
            <a:off x="6182625" y="3081625"/>
            <a:ext cx="1836600" cy="4002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Operadores lógicos</a:t>
            </a:r>
            <a:endParaRPr/>
          </a:p>
        </p:txBody>
      </p:sp>
      <p:cxnSp>
        <p:nvCxnSpPr>
          <p:cNvPr id="116" name="Google Shape;116;p18"/>
          <p:cNvCxnSpPr>
            <a:stCxn id="112" idx="3"/>
            <a:endCxn id="113" idx="1"/>
          </p:cNvCxnSpPr>
          <p:nvPr/>
        </p:nvCxnSpPr>
        <p:spPr>
          <a:xfrm flipH="1" rot="10800000">
            <a:off x="5925500" y="2049188"/>
            <a:ext cx="257100" cy="50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7" name="Google Shape;117;p18"/>
          <p:cNvCxnSpPr>
            <a:stCxn id="112" idx="3"/>
            <a:endCxn id="114" idx="1"/>
          </p:cNvCxnSpPr>
          <p:nvPr/>
        </p:nvCxnSpPr>
        <p:spPr>
          <a:xfrm>
            <a:off x="5925500" y="2556788"/>
            <a:ext cx="257100" cy="10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8" name="Google Shape;118;p18"/>
          <p:cNvCxnSpPr>
            <a:stCxn id="112" idx="3"/>
            <a:endCxn id="115" idx="1"/>
          </p:cNvCxnSpPr>
          <p:nvPr/>
        </p:nvCxnSpPr>
        <p:spPr>
          <a:xfrm>
            <a:off x="5925500" y="2556788"/>
            <a:ext cx="257100" cy="72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9" name="Google Shape;119;p18"/>
          <p:cNvSpPr txBox="1"/>
          <p:nvPr/>
        </p:nvSpPr>
        <p:spPr>
          <a:xfrm>
            <a:off x="4662050" y="3882075"/>
            <a:ext cx="1228500" cy="615600"/>
          </a:xfrm>
          <a:prstGeom prst="rect">
            <a:avLst/>
          </a:prstGeom>
          <a:solidFill>
            <a:srgbClr val="E6B8A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Aplicaciones </a:t>
            </a:r>
            <a:r>
              <a:rPr lang="en-GB"/>
              <a:t>prácticas</a:t>
            </a:r>
            <a:endParaRPr/>
          </a:p>
        </p:txBody>
      </p:sp>
      <p:sp>
        <p:nvSpPr>
          <p:cNvPr id="120" name="Google Shape;120;p18"/>
          <p:cNvSpPr txBox="1"/>
          <p:nvPr/>
        </p:nvSpPr>
        <p:spPr>
          <a:xfrm>
            <a:off x="6182675" y="3789675"/>
            <a:ext cx="1671900" cy="400200"/>
          </a:xfrm>
          <a:prstGeom prst="rect">
            <a:avLst/>
          </a:prstGeom>
          <a:solidFill>
            <a:srgbClr val="E6B8A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Integrado shift-out</a:t>
            </a:r>
            <a:endParaRPr/>
          </a:p>
        </p:txBody>
      </p:sp>
      <p:sp>
        <p:nvSpPr>
          <p:cNvPr id="121" name="Google Shape;121;p18"/>
          <p:cNvSpPr txBox="1"/>
          <p:nvPr/>
        </p:nvSpPr>
        <p:spPr>
          <a:xfrm>
            <a:off x="6182675" y="4497725"/>
            <a:ext cx="1836600" cy="400200"/>
          </a:xfrm>
          <a:prstGeom prst="rect">
            <a:avLst/>
          </a:prstGeom>
          <a:solidFill>
            <a:srgbClr val="E6B8A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Display 7 segmentos</a:t>
            </a:r>
            <a:endParaRPr/>
          </a:p>
        </p:txBody>
      </p:sp>
      <p:cxnSp>
        <p:nvCxnSpPr>
          <p:cNvPr id="122" name="Google Shape;122;p18"/>
          <p:cNvCxnSpPr>
            <a:stCxn id="119" idx="3"/>
            <a:endCxn id="120" idx="1"/>
          </p:cNvCxnSpPr>
          <p:nvPr/>
        </p:nvCxnSpPr>
        <p:spPr>
          <a:xfrm flipH="1" rot="10800000">
            <a:off x="5890550" y="3989775"/>
            <a:ext cx="292200" cy="20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3" name="Google Shape;123;p18"/>
          <p:cNvCxnSpPr>
            <a:stCxn id="119" idx="3"/>
            <a:endCxn id="121" idx="1"/>
          </p:cNvCxnSpPr>
          <p:nvPr/>
        </p:nvCxnSpPr>
        <p:spPr>
          <a:xfrm>
            <a:off x="5890550" y="4189875"/>
            <a:ext cx="292200" cy="507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4" name="Google Shape;124;p18"/>
          <p:cNvCxnSpPr>
            <a:stCxn id="103" idx="3"/>
            <a:endCxn id="112" idx="1"/>
          </p:cNvCxnSpPr>
          <p:nvPr/>
        </p:nvCxnSpPr>
        <p:spPr>
          <a:xfrm flipH="1" rot="10800000">
            <a:off x="4079400" y="2556750"/>
            <a:ext cx="396000" cy="15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5" name="Google Shape;125;p18"/>
          <p:cNvCxnSpPr>
            <a:stCxn id="103" idx="3"/>
            <a:endCxn id="119" idx="1"/>
          </p:cNvCxnSpPr>
          <p:nvPr/>
        </p:nvCxnSpPr>
        <p:spPr>
          <a:xfrm>
            <a:off x="4079400" y="2571750"/>
            <a:ext cx="582600" cy="1618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6A5AF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9"/>
          <p:cNvSpPr txBox="1"/>
          <p:nvPr/>
        </p:nvSpPr>
        <p:spPr>
          <a:xfrm>
            <a:off x="0" y="13950"/>
            <a:ext cx="2913300" cy="4617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Tercera </a:t>
            </a:r>
            <a:r>
              <a:rPr lang="en-GB" sz="1800"/>
              <a:t>Unidad</a:t>
            </a:r>
            <a:endParaRPr sz="1800"/>
          </a:p>
        </p:txBody>
      </p:sp>
      <p:sp>
        <p:nvSpPr>
          <p:cNvPr id="131" name="Google Shape;131;p19"/>
          <p:cNvSpPr txBox="1"/>
          <p:nvPr/>
        </p:nvSpPr>
        <p:spPr>
          <a:xfrm>
            <a:off x="240700" y="2201575"/>
            <a:ext cx="3129300" cy="831300"/>
          </a:xfrm>
          <a:prstGeom prst="rect">
            <a:avLst/>
          </a:prstGeom>
          <a:solidFill>
            <a:srgbClr val="DD7E6B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La tercera unidad revisa el concepto y aplicaciones de las estructuras de control</a:t>
            </a:r>
            <a:endParaRPr/>
          </a:p>
        </p:txBody>
      </p:sp>
      <p:sp>
        <p:nvSpPr>
          <p:cNvPr id="132" name="Google Shape;132;p19"/>
          <p:cNvSpPr txBox="1"/>
          <p:nvPr/>
        </p:nvSpPr>
        <p:spPr>
          <a:xfrm>
            <a:off x="3952750" y="414150"/>
            <a:ext cx="1076700" cy="4002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If / else if</a:t>
            </a:r>
            <a:endParaRPr/>
          </a:p>
        </p:txBody>
      </p:sp>
      <p:sp>
        <p:nvSpPr>
          <p:cNvPr id="133" name="Google Shape;133;p19"/>
          <p:cNvSpPr txBox="1"/>
          <p:nvPr/>
        </p:nvSpPr>
        <p:spPr>
          <a:xfrm>
            <a:off x="5283025" y="13950"/>
            <a:ext cx="2343600" cy="4002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Conceptos fundamentales</a:t>
            </a:r>
            <a:endParaRPr/>
          </a:p>
        </p:txBody>
      </p:sp>
      <p:sp>
        <p:nvSpPr>
          <p:cNvPr id="134" name="Google Shape;134;p19"/>
          <p:cNvSpPr txBox="1"/>
          <p:nvPr/>
        </p:nvSpPr>
        <p:spPr>
          <a:xfrm>
            <a:off x="5308675" y="630275"/>
            <a:ext cx="1329600" cy="4002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Aplicaciones</a:t>
            </a:r>
            <a:endParaRPr/>
          </a:p>
        </p:txBody>
      </p:sp>
      <p:cxnSp>
        <p:nvCxnSpPr>
          <p:cNvPr id="135" name="Google Shape;135;p19"/>
          <p:cNvCxnSpPr>
            <a:stCxn id="131" idx="3"/>
            <a:endCxn id="132" idx="1"/>
          </p:cNvCxnSpPr>
          <p:nvPr/>
        </p:nvCxnSpPr>
        <p:spPr>
          <a:xfrm flipH="1" rot="10800000">
            <a:off x="3370000" y="614125"/>
            <a:ext cx="582900" cy="200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6" name="Google Shape;136;p19"/>
          <p:cNvCxnSpPr>
            <a:stCxn id="132" idx="3"/>
            <a:endCxn id="133" idx="1"/>
          </p:cNvCxnSpPr>
          <p:nvPr/>
        </p:nvCxnSpPr>
        <p:spPr>
          <a:xfrm flipH="1" rot="10800000">
            <a:off x="5029450" y="214050"/>
            <a:ext cx="253500" cy="40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7" name="Google Shape;137;p19"/>
          <p:cNvCxnSpPr>
            <a:stCxn id="132" idx="3"/>
            <a:endCxn id="134" idx="1"/>
          </p:cNvCxnSpPr>
          <p:nvPr/>
        </p:nvCxnSpPr>
        <p:spPr>
          <a:xfrm>
            <a:off x="5029450" y="614250"/>
            <a:ext cx="279300" cy="21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8" name="Google Shape;138;p19"/>
          <p:cNvSpPr txBox="1"/>
          <p:nvPr/>
        </p:nvSpPr>
        <p:spPr>
          <a:xfrm>
            <a:off x="3766000" y="2417125"/>
            <a:ext cx="806100" cy="4002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Switch</a:t>
            </a:r>
            <a:endParaRPr/>
          </a:p>
        </p:txBody>
      </p:sp>
      <p:sp>
        <p:nvSpPr>
          <p:cNvPr id="139" name="Google Shape;139;p19"/>
          <p:cNvSpPr txBox="1"/>
          <p:nvPr/>
        </p:nvSpPr>
        <p:spPr>
          <a:xfrm>
            <a:off x="5498725" y="1554775"/>
            <a:ext cx="2343600" cy="4002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Conceptos fundamentales</a:t>
            </a:r>
            <a:endParaRPr/>
          </a:p>
        </p:txBody>
      </p:sp>
      <p:sp>
        <p:nvSpPr>
          <p:cNvPr id="140" name="Google Shape;140;p19"/>
          <p:cNvSpPr txBox="1"/>
          <p:nvPr/>
        </p:nvSpPr>
        <p:spPr>
          <a:xfrm>
            <a:off x="5460475" y="2679200"/>
            <a:ext cx="1228500" cy="4002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Aplicaciones</a:t>
            </a:r>
            <a:endParaRPr/>
          </a:p>
        </p:txBody>
      </p:sp>
      <p:cxnSp>
        <p:nvCxnSpPr>
          <p:cNvPr id="141" name="Google Shape;141;p19"/>
          <p:cNvCxnSpPr>
            <a:stCxn id="138" idx="3"/>
            <a:endCxn id="139" idx="1"/>
          </p:cNvCxnSpPr>
          <p:nvPr/>
        </p:nvCxnSpPr>
        <p:spPr>
          <a:xfrm flipH="1" rot="10800000">
            <a:off x="4572100" y="1754725"/>
            <a:ext cx="926700" cy="86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2" name="Google Shape;142;p19"/>
          <p:cNvCxnSpPr>
            <a:stCxn id="138" idx="3"/>
            <a:endCxn id="140" idx="1"/>
          </p:cNvCxnSpPr>
          <p:nvPr/>
        </p:nvCxnSpPr>
        <p:spPr>
          <a:xfrm>
            <a:off x="4572100" y="2617225"/>
            <a:ext cx="888300" cy="262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3" name="Google Shape;143;p19"/>
          <p:cNvSpPr txBox="1"/>
          <p:nvPr/>
        </p:nvSpPr>
        <p:spPr>
          <a:xfrm>
            <a:off x="3952750" y="3896025"/>
            <a:ext cx="1228500" cy="615600"/>
          </a:xfrm>
          <a:prstGeom prst="rect">
            <a:avLst/>
          </a:prstGeom>
          <a:solidFill>
            <a:srgbClr val="E6B8A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Receptor infrarrojo</a:t>
            </a:r>
            <a:endParaRPr/>
          </a:p>
        </p:txBody>
      </p:sp>
      <p:sp>
        <p:nvSpPr>
          <p:cNvPr id="144" name="Google Shape;144;p19"/>
          <p:cNvSpPr txBox="1"/>
          <p:nvPr/>
        </p:nvSpPr>
        <p:spPr>
          <a:xfrm>
            <a:off x="5473375" y="3803625"/>
            <a:ext cx="2267100" cy="400200"/>
          </a:xfrm>
          <a:prstGeom prst="rect">
            <a:avLst/>
          </a:prstGeom>
          <a:solidFill>
            <a:srgbClr val="E6B8A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Conceptos fundamentales</a:t>
            </a:r>
            <a:endParaRPr/>
          </a:p>
        </p:txBody>
      </p:sp>
      <p:sp>
        <p:nvSpPr>
          <p:cNvPr id="145" name="Google Shape;145;p19"/>
          <p:cNvSpPr txBox="1"/>
          <p:nvPr/>
        </p:nvSpPr>
        <p:spPr>
          <a:xfrm>
            <a:off x="5473375" y="4511675"/>
            <a:ext cx="2482500" cy="400200"/>
          </a:xfrm>
          <a:prstGeom prst="rect">
            <a:avLst/>
          </a:prstGeom>
          <a:solidFill>
            <a:srgbClr val="E6B8A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Lectura y manejo de señales</a:t>
            </a:r>
            <a:endParaRPr/>
          </a:p>
        </p:txBody>
      </p:sp>
      <p:cxnSp>
        <p:nvCxnSpPr>
          <p:cNvPr id="146" name="Google Shape;146;p19"/>
          <p:cNvCxnSpPr>
            <a:stCxn id="143" idx="3"/>
            <a:endCxn id="144" idx="1"/>
          </p:cNvCxnSpPr>
          <p:nvPr/>
        </p:nvCxnSpPr>
        <p:spPr>
          <a:xfrm flipH="1" rot="10800000">
            <a:off x="5181250" y="4003725"/>
            <a:ext cx="292200" cy="20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7" name="Google Shape;147;p19"/>
          <p:cNvCxnSpPr>
            <a:stCxn id="143" idx="3"/>
            <a:endCxn id="145" idx="1"/>
          </p:cNvCxnSpPr>
          <p:nvPr/>
        </p:nvCxnSpPr>
        <p:spPr>
          <a:xfrm>
            <a:off x="5181250" y="4203825"/>
            <a:ext cx="292200" cy="507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8" name="Google Shape;148;p19"/>
          <p:cNvCxnSpPr>
            <a:stCxn id="131" idx="3"/>
            <a:endCxn id="138" idx="1"/>
          </p:cNvCxnSpPr>
          <p:nvPr/>
        </p:nvCxnSpPr>
        <p:spPr>
          <a:xfrm>
            <a:off x="3370000" y="2617225"/>
            <a:ext cx="396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9" name="Google Shape;149;p19"/>
          <p:cNvCxnSpPr>
            <a:stCxn id="131" idx="3"/>
            <a:endCxn id="143" idx="1"/>
          </p:cNvCxnSpPr>
          <p:nvPr/>
        </p:nvCxnSpPr>
        <p:spPr>
          <a:xfrm>
            <a:off x="3370000" y="2617225"/>
            <a:ext cx="582900" cy="1586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E7CC3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0"/>
          <p:cNvSpPr txBox="1"/>
          <p:nvPr/>
        </p:nvSpPr>
        <p:spPr>
          <a:xfrm>
            <a:off x="0" y="0"/>
            <a:ext cx="2913300" cy="461700"/>
          </a:xfrm>
          <a:prstGeom prst="rect">
            <a:avLst/>
          </a:prstGeom>
          <a:solidFill>
            <a:srgbClr val="EA999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Cuarta </a:t>
            </a:r>
            <a:r>
              <a:rPr lang="en-GB" sz="1800"/>
              <a:t>Unidad</a:t>
            </a:r>
            <a:endParaRPr sz="1800"/>
          </a:p>
        </p:txBody>
      </p:sp>
      <p:sp>
        <p:nvSpPr>
          <p:cNvPr id="155" name="Google Shape;155;p20"/>
          <p:cNvSpPr txBox="1"/>
          <p:nvPr/>
        </p:nvSpPr>
        <p:spPr>
          <a:xfrm>
            <a:off x="241350" y="2156100"/>
            <a:ext cx="2685900" cy="8313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En la cuarta unidad se ven los conceptos y aplicaciones de las estructuras de </a:t>
            </a:r>
            <a:r>
              <a:rPr lang="en-GB"/>
              <a:t>repetición</a:t>
            </a:r>
            <a:endParaRPr/>
          </a:p>
        </p:txBody>
      </p:sp>
      <p:sp>
        <p:nvSpPr>
          <p:cNvPr id="156" name="Google Shape;156;p20"/>
          <p:cNvSpPr txBox="1"/>
          <p:nvPr/>
        </p:nvSpPr>
        <p:spPr>
          <a:xfrm>
            <a:off x="3510150" y="400200"/>
            <a:ext cx="1076700" cy="4002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for</a:t>
            </a:r>
            <a:endParaRPr/>
          </a:p>
        </p:txBody>
      </p:sp>
      <p:sp>
        <p:nvSpPr>
          <p:cNvPr id="157" name="Google Shape;157;p20"/>
          <p:cNvSpPr txBox="1"/>
          <p:nvPr/>
        </p:nvSpPr>
        <p:spPr>
          <a:xfrm>
            <a:off x="4840425" y="0"/>
            <a:ext cx="2343600" cy="4002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Conceptos fundamentales</a:t>
            </a:r>
            <a:endParaRPr/>
          </a:p>
        </p:txBody>
      </p:sp>
      <p:sp>
        <p:nvSpPr>
          <p:cNvPr id="158" name="Google Shape;158;p20"/>
          <p:cNvSpPr txBox="1"/>
          <p:nvPr/>
        </p:nvSpPr>
        <p:spPr>
          <a:xfrm>
            <a:off x="4866075" y="616325"/>
            <a:ext cx="1329600" cy="4002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Aplicaciones</a:t>
            </a:r>
            <a:endParaRPr/>
          </a:p>
        </p:txBody>
      </p:sp>
      <p:cxnSp>
        <p:nvCxnSpPr>
          <p:cNvPr id="159" name="Google Shape;159;p20"/>
          <p:cNvCxnSpPr>
            <a:stCxn id="155" idx="3"/>
            <a:endCxn id="156" idx="1"/>
          </p:cNvCxnSpPr>
          <p:nvPr/>
        </p:nvCxnSpPr>
        <p:spPr>
          <a:xfrm flipH="1" rot="10800000">
            <a:off x="2927250" y="600450"/>
            <a:ext cx="582900" cy="1971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0" name="Google Shape;160;p20"/>
          <p:cNvCxnSpPr>
            <a:stCxn id="156" idx="3"/>
            <a:endCxn id="157" idx="1"/>
          </p:cNvCxnSpPr>
          <p:nvPr/>
        </p:nvCxnSpPr>
        <p:spPr>
          <a:xfrm flipH="1" rot="10800000">
            <a:off x="4586850" y="200100"/>
            <a:ext cx="253500" cy="40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1" name="Google Shape;161;p20"/>
          <p:cNvCxnSpPr>
            <a:stCxn id="156" idx="3"/>
            <a:endCxn id="158" idx="1"/>
          </p:cNvCxnSpPr>
          <p:nvPr/>
        </p:nvCxnSpPr>
        <p:spPr>
          <a:xfrm>
            <a:off x="4586850" y="600300"/>
            <a:ext cx="279300" cy="21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2" name="Google Shape;162;p20"/>
          <p:cNvSpPr txBox="1"/>
          <p:nvPr/>
        </p:nvSpPr>
        <p:spPr>
          <a:xfrm>
            <a:off x="3323550" y="1837088"/>
            <a:ext cx="806100" cy="4002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while</a:t>
            </a:r>
            <a:endParaRPr/>
          </a:p>
        </p:txBody>
      </p:sp>
      <p:sp>
        <p:nvSpPr>
          <p:cNvPr id="163" name="Google Shape;163;p20"/>
          <p:cNvSpPr txBox="1"/>
          <p:nvPr/>
        </p:nvSpPr>
        <p:spPr>
          <a:xfrm>
            <a:off x="4866150" y="1332625"/>
            <a:ext cx="2343600" cy="4002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Conceptos fundamentales</a:t>
            </a:r>
            <a:endParaRPr/>
          </a:p>
        </p:txBody>
      </p:sp>
      <p:sp>
        <p:nvSpPr>
          <p:cNvPr id="164" name="Google Shape;164;p20"/>
          <p:cNvSpPr txBox="1"/>
          <p:nvPr/>
        </p:nvSpPr>
        <p:spPr>
          <a:xfrm>
            <a:off x="4866075" y="2102888"/>
            <a:ext cx="1228500" cy="4002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Aplicaciones</a:t>
            </a:r>
            <a:endParaRPr/>
          </a:p>
        </p:txBody>
      </p:sp>
      <p:cxnSp>
        <p:nvCxnSpPr>
          <p:cNvPr id="165" name="Google Shape;165;p20"/>
          <p:cNvCxnSpPr>
            <a:stCxn id="162" idx="3"/>
            <a:endCxn id="163" idx="1"/>
          </p:cNvCxnSpPr>
          <p:nvPr/>
        </p:nvCxnSpPr>
        <p:spPr>
          <a:xfrm flipH="1" rot="10800000">
            <a:off x="4129650" y="1532588"/>
            <a:ext cx="736500" cy="50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6" name="Google Shape;166;p20"/>
          <p:cNvCxnSpPr>
            <a:stCxn id="162" idx="3"/>
            <a:endCxn id="164" idx="1"/>
          </p:cNvCxnSpPr>
          <p:nvPr/>
        </p:nvCxnSpPr>
        <p:spPr>
          <a:xfrm>
            <a:off x="4129650" y="2037188"/>
            <a:ext cx="736500" cy="26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7" name="Google Shape;167;p20"/>
          <p:cNvSpPr txBox="1"/>
          <p:nvPr/>
        </p:nvSpPr>
        <p:spPr>
          <a:xfrm>
            <a:off x="3504100" y="4070400"/>
            <a:ext cx="1228500" cy="400200"/>
          </a:xfrm>
          <a:prstGeom prst="rect">
            <a:avLst/>
          </a:prstGeom>
          <a:solidFill>
            <a:srgbClr val="E6B8A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Perifericos</a:t>
            </a:r>
            <a:endParaRPr/>
          </a:p>
        </p:txBody>
      </p:sp>
      <p:sp>
        <p:nvSpPr>
          <p:cNvPr id="168" name="Google Shape;168;p20"/>
          <p:cNvSpPr txBox="1"/>
          <p:nvPr/>
        </p:nvSpPr>
        <p:spPr>
          <a:xfrm>
            <a:off x="4974100" y="4531375"/>
            <a:ext cx="2267100" cy="400200"/>
          </a:xfrm>
          <a:prstGeom prst="rect">
            <a:avLst/>
          </a:prstGeom>
          <a:solidFill>
            <a:srgbClr val="E6B8A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Sensores DTH11/22</a:t>
            </a:r>
            <a:endParaRPr/>
          </a:p>
        </p:txBody>
      </p:sp>
      <p:sp>
        <p:nvSpPr>
          <p:cNvPr id="169" name="Google Shape;169;p20"/>
          <p:cNvSpPr txBox="1"/>
          <p:nvPr/>
        </p:nvSpPr>
        <p:spPr>
          <a:xfrm>
            <a:off x="4974050" y="3954525"/>
            <a:ext cx="2482500" cy="400200"/>
          </a:xfrm>
          <a:prstGeom prst="rect">
            <a:avLst/>
          </a:prstGeom>
          <a:solidFill>
            <a:srgbClr val="E6B8A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Teclado matricial</a:t>
            </a:r>
            <a:endParaRPr/>
          </a:p>
        </p:txBody>
      </p:sp>
      <p:cxnSp>
        <p:nvCxnSpPr>
          <p:cNvPr id="170" name="Google Shape;170;p20"/>
          <p:cNvCxnSpPr>
            <a:stCxn id="167" idx="3"/>
            <a:endCxn id="168" idx="1"/>
          </p:cNvCxnSpPr>
          <p:nvPr/>
        </p:nvCxnSpPr>
        <p:spPr>
          <a:xfrm>
            <a:off x="4732600" y="4270500"/>
            <a:ext cx="241500" cy="46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1" name="Google Shape;171;p20"/>
          <p:cNvCxnSpPr>
            <a:stCxn id="167" idx="3"/>
            <a:endCxn id="169" idx="1"/>
          </p:cNvCxnSpPr>
          <p:nvPr/>
        </p:nvCxnSpPr>
        <p:spPr>
          <a:xfrm flipH="1" rot="10800000">
            <a:off x="4732600" y="4154700"/>
            <a:ext cx="241500" cy="11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2" name="Google Shape;172;p20"/>
          <p:cNvCxnSpPr>
            <a:stCxn id="155" idx="3"/>
            <a:endCxn id="162" idx="1"/>
          </p:cNvCxnSpPr>
          <p:nvPr/>
        </p:nvCxnSpPr>
        <p:spPr>
          <a:xfrm flipH="1" rot="10800000">
            <a:off x="2927250" y="2037150"/>
            <a:ext cx="396300" cy="53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3" name="Google Shape;173;p20"/>
          <p:cNvCxnSpPr>
            <a:stCxn id="155" idx="3"/>
            <a:endCxn id="167" idx="1"/>
          </p:cNvCxnSpPr>
          <p:nvPr/>
        </p:nvCxnSpPr>
        <p:spPr>
          <a:xfrm>
            <a:off x="2927250" y="2571750"/>
            <a:ext cx="576900" cy="1698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4" name="Google Shape;174;p20"/>
          <p:cNvSpPr txBox="1"/>
          <p:nvPr/>
        </p:nvSpPr>
        <p:spPr>
          <a:xfrm>
            <a:off x="3323550" y="2774950"/>
            <a:ext cx="907800" cy="400200"/>
          </a:xfrm>
          <a:prstGeom prst="rect">
            <a:avLst/>
          </a:prstGeom>
          <a:solidFill>
            <a:srgbClr val="F1C23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arreglos</a:t>
            </a:r>
            <a:endParaRPr/>
          </a:p>
        </p:txBody>
      </p:sp>
      <p:cxnSp>
        <p:nvCxnSpPr>
          <p:cNvPr id="175" name="Google Shape;175;p20"/>
          <p:cNvCxnSpPr>
            <a:stCxn id="155" idx="3"/>
            <a:endCxn id="174" idx="1"/>
          </p:cNvCxnSpPr>
          <p:nvPr/>
        </p:nvCxnSpPr>
        <p:spPr>
          <a:xfrm>
            <a:off x="2927250" y="2571750"/>
            <a:ext cx="396300" cy="403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6" name="Google Shape;176;p20"/>
          <p:cNvSpPr txBox="1"/>
          <p:nvPr/>
        </p:nvSpPr>
        <p:spPr>
          <a:xfrm>
            <a:off x="4866150" y="2655325"/>
            <a:ext cx="2343600" cy="400200"/>
          </a:xfrm>
          <a:prstGeom prst="rect">
            <a:avLst/>
          </a:prstGeom>
          <a:solidFill>
            <a:srgbClr val="F1C23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Conceptos fundamentales</a:t>
            </a:r>
            <a:endParaRPr/>
          </a:p>
        </p:txBody>
      </p:sp>
      <p:sp>
        <p:nvSpPr>
          <p:cNvPr id="177" name="Google Shape;177;p20"/>
          <p:cNvSpPr txBox="1"/>
          <p:nvPr/>
        </p:nvSpPr>
        <p:spPr>
          <a:xfrm>
            <a:off x="5367200" y="3216563"/>
            <a:ext cx="1696200" cy="400200"/>
          </a:xfrm>
          <a:prstGeom prst="rect">
            <a:avLst/>
          </a:prstGeom>
          <a:solidFill>
            <a:srgbClr val="F1C23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Usos de arreglos</a:t>
            </a:r>
            <a:endParaRPr/>
          </a:p>
        </p:txBody>
      </p:sp>
      <p:cxnSp>
        <p:nvCxnSpPr>
          <p:cNvPr id="178" name="Google Shape;178;p20"/>
          <p:cNvCxnSpPr>
            <a:stCxn id="174" idx="3"/>
            <a:endCxn id="176" idx="1"/>
          </p:cNvCxnSpPr>
          <p:nvPr/>
        </p:nvCxnSpPr>
        <p:spPr>
          <a:xfrm flipH="1" rot="10800000">
            <a:off x="4231350" y="2855350"/>
            <a:ext cx="634800" cy="11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9" name="Google Shape;179;p20"/>
          <p:cNvCxnSpPr>
            <a:stCxn id="174" idx="3"/>
            <a:endCxn id="177" idx="1"/>
          </p:cNvCxnSpPr>
          <p:nvPr/>
        </p:nvCxnSpPr>
        <p:spPr>
          <a:xfrm>
            <a:off x="4231350" y="2975050"/>
            <a:ext cx="1135800" cy="441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0" name="Google Shape;180;p20"/>
          <p:cNvCxnSpPr>
            <a:stCxn id="177" idx="2"/>
            <a:endCxn id="169" idx="0"/>
          </p:cNvCxnSpPr>
          <p:nvPr/>
        </p:nvCxnSpPr>
        <p:spPr>
          <a:xfrm>
            <a:off x="6215300" y="3616763"/>
            <a:ext cx="0" cy="337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D85C6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1"/>
          <p:cNvSpPr txBox="1"/>
          <p:nvPr/>
        </p:nvSpPr>
        <p:spPr>
          <a:xfrm>
            <a:off x="0" y="0"/>
            <a:ext cx="2913300" cy="461700"/>
          </a:xfrm>
          <a:prstGeom prst="rect">
            <a:avLst/>
          </a:prstGeom>
          <a:solidFill>
            <a:srgbClr val="F6B26B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Quinta </a:t>
            </a:r>
            <a:r>
              <a:rPr lang="en-GB" sz="1800"/>
              <a:t>Unidad</a:t>
            </a:r>
            <a:endParaRPr sz="1800"/>
          </a:p>
        </p:txBody>
      </p:sp>
      <p:sp>
        <p:nvSpPr>
          <p:cNvPr id="186" name="Google Shape;186;p21"/>
          <p:cNvSpPr txBox="1"/>
          <p:nvPr/>
        </p:nvSpPr>
        <p:spPr>
          <a:xfrm>
            <a:off x="317600" y="2048400"/>
            <a:ext cx="3483000" cy="10467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En la quinta unidad se vieron los conceptos de </a:t>
            </a:r>
            <a:r>
              <a:rPr lang="en-GB"/>
              <a:t>función y en más profundidad temas previamente vistos como lo fueron monitor serial y librerías.</a:t>
            </a:r>
            <a:endParaRPr/>
          </a:p>
        </p:txBody>
      </p:sp>
      <p:sp>
        <p:nvSpPr>
          <p:cNvPr id="187" name="Google Shape;187;p21"/>
          <p:cNvSpPr txBox="1"/>
          <p:nvPr/>
        </p:nvSpPr>
        <p:spPr>
          <a:xfrm>
            <a:off x="4383550" y="400200"/>
            <a:ext cx="1076700" cy="4002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Funciones</a:t>
            </a:r>
            <a:endParaRPr/>
          </a:p>
        </p:txBody>
      </p:sp>
      <p:sp>
        <p:nvSpPr>
          <p:cNvPr id="188" name="Google Shape;188;p21"/>
          <p:cNvSpPr txBox="1"/>
          <p:nvPr/>
        </p:nvSpPr>
        <p:spPr>
          <a:xfrm>
            <a:off x="5713825" y="0"/>
            <a:ext cx="2343600" cy="4002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Conceptos fundamentales</a:t>
            </a:r>
            <a:endParaRPr/>
          </a:p>
        </p:txBody>
      </p:sp>
      <p:sp>
        <p:nvSpPr>
          <p:cNvPr id="189" name="Google Shape;189;p21"/>
          <p:cNvSpPr txBox="1"/>
          <p:nvPr/>
        </p:nvSpPr>
        <p:spPr>
          <a:xfrm>
            <a:off x="5739475" y="616325"/>
            <a:ext cx="2343600" cy="6156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Prototipo, </a:t>
            </a:r>
            <a:r>
              <a:rPr lang="en-GB"/>
              <a:t>definición</a:t>
            </a:r>
            <a:r>
              <a:rPr lang="en-GB"/>
              <a:t> y referencia</a:t>
            </a:r>
            <a:endParaRPr/>
          </a:p>
        </p:txBody>
      </p:sp>
      <p:cxnSp>
        <p:nvCxnSpPr>
          <p:cNvPr id="190" name="Google Shape;190;p21"/>
          <p:cNvCxnSpPr>
            <a:stCxn id="186" idx="3"/>
            <a:endCxn id="187" idx="1"/>
          </p:cNvCxnSpPr>
          <p:nvPr/>
        </p:nvCxnSpPr>
        <p:spPr>
          <a:xfrm flipH="1" rot="10800000">
            <a:off x="3800600" y="600450"/>
            <a:ext cx="582900" cy="1971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1" name="Google Shape;191;p21"/>
          <p:cNvCxnSpPr>
            <a:stCxn id="187" idx="3"/>
            <a:endCxn id="188" idx="1"/>
          </p:cNvCxnSpPr>
          <p:nvPr/>
        </p:nvCxnSpPr>
        <p:spPr>
          <a:xfrm flipH="1" rot="10800000">
            <a:off x="5460250" y="200100"/>
            <a:ext cx="253500" cy="40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2" name="Google Shape;192;p21"/>
          <p:cNvCxnSpPr>
            <a:stCxn id="187" idx="3"/>
            <a:endCxn id="189" idx="1"/>
          </p:cNvCxnSpPr>
          <p:nvPr/>
        </p:nvCxnSpPr>
        <p:spPr>
          <a:xfrm>
            <a:off x="5460250" y="600300"/>
            <a:ext cx="279300" cy="323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3" name="Google Shape;193;p21"/>
          <p:cNvSpPr txBox="1"/>
          <p:nvPr/>
        </p:nvSpPr>
        <p:spPr>
          <a:xfrm>
            <a:off x="4196950" y="1837100"/>
            <a:ext cx="907800" cy="4002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Librerias</a:t>
            </a:r>
            <a:endParaRPr/>
          </a:p>
        </p:txBody>
      </p:sp>
      <p:sp>
        <p:nvSpPr>
          <p:cNvPr id="194" name="Google Shape;194;p21"/>
          <p:cNvSpPr txBox="1"/>
          <p:nvPr/>
        </p:nvSpPr>
        <p:spPr>
          <a:xfrm>
            <a:off x="5739550" y="1332625"/>
            <a:ext cx="2343600" cy="4002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Creación</a:t>
            </a:r>
            <a:r>
              <a:rPr lang="en-GB"/>
              <a:t> de un .h</a:t>
            </a:r>
            <a:endParaRPr/>
          </a:p>
        </p:txBody>
      </p:sp>
      <p:sp>
        <p:nvSpPr>
          <p:cNvPr id="195" name="Google Shape;195;p21"/>
          <p:cNvSpPr txBox="1"/>
          <p:nvPr/>
        </p:nvSpPr>
        <p:spPr>
          <a:xfrm>
            <a:off x="5739475" y="2102900"/>
            <a:ext cx="2343600" cy="4002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Uso de </a:t>
            </a:r>
            <a:r>
              <a:rPr lang="en-GB"/>
              <a:t>librerías</a:t>
            </a:r>
            <a:r>
              <a:rPr lang="en-GB"/>
              <a:t> propias</a:t>
            </a:r>
            <a:endParaRPr/>
          </a:p>
        </p:txBody>
      </p:sp>
      <p:cxnSp>
        <p:nvCxnSpPr>
          <p:cNvPr id="196" name="Google Shape;196;p21"/>
          <p:cNvCxnSpPr>
            <a:stCxn id="193" idx="3"/>
            <a:endCxn id="194" idx="1"/>
          </p:cNvCxnSpPr>
          <p:nvPr/>
        </p:nvCxnSpPr>
        <p:spPr>
          <a:xfrm flipH="1" rot="10800000">
            <a:off x="5104750" y="1532600"/>
            <a:ext cx="634800" cy="50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7" name="Google Shape;197;p21"/>
          <p:cNvCxnSpPr>
            <a:stCxn id="193" idx="3"/>
            <a:endCxn id="195" idx="1"/>
          </p:cNvCxnSpPr>
          <p:nvPr/>
        </p:nvCxnSpPr>
        <p:spPr>
          <a:xfrm>
            <a:off x="5104750" y="2037200"/>
            <a:ext cx="634800" cy="26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8" name="Google Shape;198;p21"/>
          <p:cNvSpPr txBox="1"/>
          <p:nvPr/>
        </p:nvSpPr>
        <p:spPr>
          <a:xfrm>
            <a:off x="4377500" y="4070400"/>
            <a:ext cx="1228500" cy="400200"/>
          </a:xfrm>
          <a:prstGeom prst="rect">
            <a:avLst/>
          </a:prstGeom>
          <a:solidFill>
            <a:srgbClr val="E6B8A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Perifericos</a:t>
            </a:r>
            <a:endParaRPr/>
          </a:p>
        </p:txBody>
      </p:sp>
      <p:sp>
        <p:nvSpPr>
          <p:cNvPr id="199" name="Google Shape;199;p21"/>
          <p:cNvSpPr txBox="1"/>
          <p:nvPr/>
        </p:nvSpPr>
        <p:spPr>
          <a:xfrm>
            <a:off x="5847500" y="4531375"/>
            <a:ext cx="2267100" cy="400200"/>
          </a:xfrm>
          <a:prstGeom prst="rect">
            <a:avLst/>
          </a:prstGeom>
          <a:solidFill>
            <a:srgbClr val="E6B8A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Display Led 16*2 y 20*4</a:t>
            </a:r>
            <a:endParaRPr/>
          </a:p>
        </p:txBody>
      </p:sp>
      <p:sp>
        <p:nvSpPr>
          <p:cNvPr id="200" name="Google Shape;200;p21"/>
          <p:cNvSpPr txBox="1"/>
          <p:nvPr/>
        </p:nvSpPr>
        <p:spPr>
          <a:xfrm>
            <a:off x="5847450" y="3954525"/>
            <a:ext cx="2482500" cy="400200"/>
          </a:xfrm>
          <a:prstGeom prst="rect">
            <a:avLst/>
          </a:prstGeom>
          <a:solidFill>
            <a:srgbClr val="E6B8A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Sensor </a:t>
            </a:r>
            <a:r>
              <a:rPr lang="en-GB"/>
              <a:t>Ultrasónico</a:t>
            </a:r>
            <a:r>
              <a:rPr lang="en-GB"/>
              <a:t> </a:t>
            </a:r>
            <a:endParaRPr/>
          </a:p>
        </p:txBody>
      </p:sp>
      <p:cxnSp>
        <p:nvCxnSpPr>
          <p:cNvPr id="201" name="Google Shape;201;p21"/>
          <p:cNvCxnSpPr>
            <a:stCxn id="198" idx="3"/>
            <a:endCxn id="199" idx="1"/>
          </p:cNvCxnSpPr>
          <p:nvPr/>
        </p:nvCxnSpPr>
        <p:spPr>
          <a:xfrm>
            <a:off x="5606000" y="4270500"/>
            <a:ext cx="241500" cy="46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2" name="Google Shape;202;p21"/>
          <p:cNvCxnSpPr>
            <a:stCxn id="198" idx="3"/>
            <a:endCxn id="200" idx="1"/>
          </p:cNvCxnSpPr>
          <p:nvPr/>
        </p:nvCxnSpPr>
        <p:spPr>
          <a:xfrm flipH="1" rot="10800000">
            <a:off x="5606000" y="4154700"/>
            <a:ext cx="241500" cy="11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3" name="Google Shape;203;p21"/>
          <p:cNvCxnSpPr>
            <a:stCxn id="186" idx="3"/>
            <a:endCxn id="193" idx="1"/>
          </p:cNvCxnSpPr>
          <p:nvPr/>
        </p:nvCxnSpPr>
        <p:spPr>
          <a:xfrm flipH="1" rot="10800000">
            <a:off x="3800600" y="2037150"/>
            <a:ext cx="396300" cy="53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4" name="Google Shape;204;p21"/>
          <p:cNvCxnSpPr>
            <a:stCxn id="186" idx="3"/>
            <a:endCxn id="198" idx="1"/>
          </p:cNvCxnSpPr>
          <p:nvPr/>
        </p:nvCxnSpPr>
        <p:spPr>
          <a:xfrm>
            <a:off x="3800600" y="2571750"/>
            <a:ext cx="576900" cy="1698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5" name="Google Shape;205;p21"/>
          <p:cNvSpPr txBox="1"/>
          <p:nvPr/>
        </p:nvSpPr>
        <p:spPr>
          <a:xfrm>
            <a:off x="4196950" y="2774950"/>
            <a:ext cx="907800" cy="615600"/>
          </a:xfrm>
          <a:prstGeom prst="rect">
            <a:avLst/>
          </a:prstGeom>
          <a:solidFill>
            <a:srgbClr val="F1C23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Monitor Serial</a:t>
            </a:r>
            <a:endParaRPr/>
          </a:p>
        </p:txBody>
      </p:sp>
      <p:cxnSp>
        <p:nvCxnSpPr>
          <p:cNvPr id="206" name="Google Shape;206;p21"/>
          <p:cNvCxnSpPr>
            <a:stCxn id="186" idx="3"/>
            <a:endCxn id="205" idx="1"/>
          </p:cNvCxnSpPr>
          <p:nvPr/>
        </p:nvCxnSpPr>
        <p:spPr>
          <a:xfrm>
            <a:off x="3800600" y="2571750"/>
            <a:ext cx="396300" cy="510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7" name="Google Shape;207;p21"/>
          <p:cNvSpPr txBox="1"/>
          <p:nvPr/>
        </p:nvSpPr>
        <p:spPr>
          <a:xfrm>
            <a:off x="5739550" y="2655325"/>
            <a:ext cx="2343600" cy="400200"/>
          </a:xfrm>
          <a:prstGeom prst="rect">
            <a:avLst/>
          </a:prstGeom>
          <a:solidFill>
            <a:srgbClr val="F1C23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Conceptos fundamentales</a:t>
            </a:r>
            <a:endParaRPr/>
          </a:p>
        </p:txBody>
      </p:sp>
      <p:sp>
        <p:nvSpPr>
          <p:cNvPr id="208" name="Google Shape;208;p21"/>
          <p:cNvSpPr txBox="1"/>
          <p:nvPr/>
        </p:nvSpPr>
        <p:spPr>
          <a:xfrm>
            <a:off x="6240600" y="3216563"/>
            <a:ext cx="1696200" cy="400200"/>
          </a:xfrm>
          <a:prstGeom prst="rect">
            <a:avLst/>
          </a:prstGeom>
          <a:solidFill>
            <a:srgbClr val="F1C23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Serial Event</a:t>
            </a:r>
            <a:endParaRPr/>
          </a:p>
        </p:txBody>
      </p:sp>
      <p:cxnSp>
        <p:nvCxnSpPr>
          <p:cNvPr id="209" name="Google Shape;209;p21"/>
          <p:cNvCxnSpPr>
            <a:stCxn id="205" idx="3"/>
            <a:endCxn id="207" idx="1"/>
          </p:cNvCxnSpPr>
          <p:nvPr/>
        </p:nvCxnSpPr>
        <p:spPr>
          <a:xfrm flipH="1" rot="10800000">
            <a:off x="5104750" y="2855350"/>
            <a:ext cx="634800" cy="22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0" name="Google Shape;210;p21"/>
          <p:cNvCxnSpPr>
            <a:stCxn id="205" idx="3"/>
            <a:endCxn id="208" idx="1"/>
          </p:cNvCxnSpPr>
          <p:nvPr/>
        </p:nvCxnSpPr>
        <p:spPr>
          <a:xfrm>
            <a:off x="5104750" y="3082750"/>
            <a:ext cx="1135800" cy="33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C4125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2"/>
          <p:cNvSpPr txBox="1"/>
          <p:nvPr/>
        </p:nvSpPr>
        <p:spPr>
          <a:xfrm>
            <a:off x="0" y="0"/>
            <a:ext cx="2913300" cy="4617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Sexta </a:t>
            </a:r>
            <a:r>
              <a:rPr lang="en-GB" sz="1800"/>
              <a:t>Unidad</a:t>
            </a:r>
            <a:endParaRPr sz="1800"/>
          </a:p>
        </p:txBody>
      </p:sp>
      <p:sp>
        <p:nvSpPr>
          <p:cNvPr id="216" name="Google Shape;216;p22"/>
          <p:cNvSpPr txBox="1"/>
          <p:nvPr/>
        </p:nvSpPr>
        <p:spPr>
          <a:xfrm>
            <a:off x="4650800" y="400200"/>
            <a:ext cx="1329600" cy="4002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Servomotores</a:t>
            </a:r>
            <a:endParaRPr/>
          </a:p>
        </p:txBody>
      </p:sp>
      <p:sp>
        <p:nvSpPr>
          <p:cNvPr id="217" name="Google Shape;217;p22"/>
          <p:cNvSpPr txBox="1"/>
          <p:nvPr/>
        </p:nvSpPr>
        <p:spPr>
          <a:xfrm>
            <a:off x="6233975" y="0"/>
            <a:ext cx="2343600" cy="4002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Conceptos fundamentales</a:t>
            </a:r>
            <a:endParaRPr/>
          </a:p>
        </p:txBody>
      </p:sp>
      <p:sp>
        <p:nvSpPr>
          <p:cNvPr id="218" name="Google Shape;218;p22"/>
          <p:cNvSpPr txBox="1"/>
          <p:nvPr/>
        </p:nvSpPr>
        <p:spPr>
          <a:xfrm>
            <a:off x="6259625" y="616325"/>
            <a:ext cx="1329600" cy="4002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Aplicaciones</a:t>
            </a:r>
            <a:endParaRPr/>
          </a:p>
        </p:txBody>
      </p:sp>
      <p:cxnSp>
        <p:nvCxnSpPr>
          <p:cNvPr id="219" name="Google Shape;219;p22"/>
          <p:cNvCxnSpPr>
            <a:stCxn id="220" idx="3"/>
            <a:endCxn id="216" idx="1"/>
          </p:cNvCxnSpPr>
          <p:nvPr/>
        </p:nvCxnSpPr>
        <p:spPr>
          <a:xfrm flipH="1" rot="10800000">
            <a:off x="3738000" y="600200"/>
            <a:ext cx="912900" cy="170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1" name="Google Shape;221;p22"/>
          <p:cNvCxnSpPr>
            <a:stCxn id="216" idx="3"/>
            <a:endCxn id="217" idx="1"/>
          </p:cNvCxnSpPr>
          <p:nvPr/>
        </p:nvCxnSpPr>
        <p:spPr>
          <a:xfrm flipH="1" rot="10800000">
            <a:off x="5980400" y="200100"/>
            <a:ext cx="253500" cy="40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2" name="Google Shape;222;p22"/>
          <p:cNvCxnSpPr>
            <a:stCxn id="216" idx="3"/>
            <a:endCxn id="218" idx="1"/>
          </p:cNvCxnSpPr>
          <p:nvPr/>
        </p:nvCxnSpPr>
        <p:spPr>
          <a:xfrm>
            <a:off x="5980400" y="600300"/>
            <a:ext cx="279300" cy="21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3" name="Google Shape;223;p22"/>
          <p:cNvSpPr txBox="1"/>
          <p:nvPr/>
        </p:nvSpPr>
        <p:spPr>
          <a:xfrm>
            <a:off x="4227550" y="1887338"/>
            <a:ext cx="806100" cy="8313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Motor Paso a Paso</a:t>
            </a:r>
            <a:endParaRPr/>
          </a:p>
        </p:txBody>
      </p:sp>
      <p:sp>
        <p:nvSpPr>
          <p:cNvPr id="224" name="Google Shape;224;p22"/>
          <p:cNvSpPr txBox="1"/>
          <p:nvPr/>
        </p:nvSpPr>
        <p:spPr>
          <a:xfrm>
            <a:off x="5523200" y="1649350"/>
            <a:ext cx="2343600" cy="4002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Conceptos fundamentales</a:t>
            </a:r>
            <a:endParaRPr/>
          </a:p>
        </p:txBody>
      </p:sp>
      <p:sp>
        <p:nvSpPr>
          <p:cNvPr id="225" name="Google Shape;225;p22"/>
          <p:cNvSpPr txBox="1"/>
          <p:nvPr/>
        </p:nvSpPr>
        <p:spPr>
          <a:xfrm>
            <a:off x="5523200" y="2473725"/>
            <a:ext cx="1228500" cy="4002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Aplicaciones</a:t>
            </a:r>
            <a:endParaRPr/>
          </a:p>
        </p:txBody>
      </p:sp>
      <p:cxnSp>
        <p:nvCxnSpPr>
          <p:cNvPr id="226" name="Google Shape;226;p22"/>
          <p:cNvCxnSpPr>
            <a:stCxn id="223" idx="3"/>
            <a:endCxn id="224" idx="1"/>
          </p:cNvCxnSpPr>
          <p:nvPr/>
        </p:nvCxnSpPr>
        <p:spPr>
          <a:xfrm flipH="1" rot="10800000">
            <a:off x="5033650" y="1849388"/>
            <a:ext cx="489600" cy="45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7" name="Google Shape;227;p22"/>
          <p:cNvCxnSpPr>
            <a:stCxn id="223" idx="3"/>
            <a:endCxn id="225" idx="1"/>
          </p:cNvCxnSpPr>
          <p:nvPr/>
        </p:nvCxnSpPr>
        <p:spPr>
          <a:xfrm>
            <a:off x="5033650" y="2302988"/>
            <a:ext cx="489600" cy="370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8" name="Google Shape;228;p22"/>
          <p:cNvSpPr txBox="1"/>
          <p:nvPr/>
        </p:nvSpPr>
        <p:spPr>
          <a:xfrm>
            <a:off x="4227600" y="4070400"/>
            <a:ext cx="1898700" cy="400200"/>
          </a:xfrm>
          <a:prstGeom prst="rect">
            <a:avLst/>
          </a:prstGeom>
          <a:solidFill>
            <a:srgbClr val="E6B8A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Motor DC</a:t>
            </a:r>
            <a:endParaRPr/>
          </a:p>
        </p:txBody>
      </p:sp>
      <p:sp>
        <p:nvSpPr>
          <p:cNvPr id="229" name="Google Shape;229;p22"/>
          <p:cNvSpPr txBox="1"/>
          <p:nvPr/>
        </p:nvSpPr>
        <p:spPr>
          <a:xfrm>
            <a:off x="6367650" y="4531375"/>
            <a:ext cx="1228500" cy="400200"/>
          </a:xfrm>
          <a:prstGeom prst="rect">
            <a:avLst/>
          </a:prstGeom>
          <a:solidFill>
            <a:srgbClr val="E6B8A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Aplicaciones</a:t>
            </a:r>
            <a:endParaRPr/>
          </a:p>
        </p:txBody>
      </p:sp>
      <p:sp>
        <p:nvSpPr>
          <p:cNvPr id="230" name="Google Shape;230;p22"/>
          <p:cNvSpPr txBox="1"/>
          <p:nvPr/>
        </p:nvSpPr>
        <p:spPr>
          <a:xfrm>
            <a:off x="6367500" y="3815150"/>
            <a:ext cx="2482500" cy="400200"/>
          </a:xfrm>
          <a:prstGeom prst="rect">
            <a:avLst/>
          </a:prstGeom>
          <a:solidFill>
            <a:srgbClr val="E6B8A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Conceptos fundamentales</a:t>
            </a:r>
            <a:endParaRPr/>
          </a:p>
        </p:txBody>
      </p:sp>
      <p:cxnSp>
        <p:nvCxnSpPr>
          <p:cNvPr id="231" name="Google Shape;231;p22"/>
          <p:cNvCxnSpPr>
            <a:stCxn id="228" idx="3"/>
            <a:endCxn id="229" idx="1"/>
          </p:cNvCxnSpPr>
          <p:nvPr/>
        </p:nvCxnSpPr>
        <p:spPr>
          <a:xfrm>
            <a:off x="6126300" y="4270500"/>
            <a:ext cx="241500" cy="46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2" name="Google Shape;232;p22"/>
          <p:cNvCxnSpPr>
            <a:stCxn id="228" idx="3"/>
            <a:endCxn id="230" idx="1"/>
          </p:cNvCxnSpPr>
          <p:nvPr/>
        </p:nvCxnSpPr>
        <p:spPr>
          <a:xfrm flipH="1" rot="10800000">
            <a:off x="6126300" y="4015200"/>
            <a:ext cx="241200" cy="25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3" name="Google Shape;233;p22"/>
          <p:cNvCxnSpPr>
            <a:stCxn id="220" idx="3"/>
            <a:endCxn id="223" idx="1"/>
          </p:cNvCxnSpPr>
          <p:nvPr/>
        </p:nvCxnSpPr>
        <p:spPr>
          <a:xfrm>
            <a:off x="3738000" y="2303000"/>
            <a:ext cx="489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4" name="Google Shape;234;p22"/>
          <p:cNvCxnSpPr>
            <a:stCxn id="220" idx="3"/>
            <a:endCxn id="228" idx="1"/>
          </p:cNvCxnSpPr>
          <p:nvPr/>
        </p:nvCxnSpPr>
        <p:spPr>
          <a:xfrm>
            <a:off x="3738000" y="2303000"/>
            <a:ext cx="489600" cy="196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0" name="Google Shape;220;p22"/>
          <p:cNvSpPr txBox="1"/>
          <p:nvPr/>
        </p:nvSpPr>
        <p:spPr>
          <a:xfrm>
            <a:off x="255000" y="1995200"/>
            <a:ext cx="3483000" cy="6156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En la sexta unidad se vieron los de motores.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6D7A8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3"/>
          <p:cNvSpPr txBox="1"/>
          <p:nvPr/>
        </p:nvSpPr>
        <p:spPr>
          <a:xfrm>
            <a:off x="0" y="0"/>
            <a:ext cx="2913300" cy="461700"/>
          </a:xfrm>
          <a:prstGeom prst="rect">
            <a:avLst/>
          </a:prstGeom>
          <a:solidFill>
            <a:srgbClr val="E06666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Septima </a:t>
            </a:r>
            <a:r>
              <a:rPr lang="en-GB" sz="1800"/>
              <a:t>Unidad</a:t>
            </a:r>
            <a:endParaRPr sz="1800"/>
          </a:p>
        </p:txBody>
      </p:sp>
      <p:sp>
        <p:nvSpPr>
          <p:cNvPr id="240" name="Google Shape;240;p23"/>
          <p:cNvSpPr txBox="1"/>
          <p:nvPr/>
        </p:nvSpPr>
        <p:spPr>
          <a:xfrm>
            <a:off x="317600" y="2048400"/>
            <a:ext cx="3483000" cy="10467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En la séptima unidad se vieron los conceptos </a:t>
            </a:r>
            <a:r>
              <a:rPr lang="en-GB"/>
              <a:t>más</a:t>
            </a:r>
            <a:r>
              <a:rPr lang="en-GB"/>
              <a:t> en detalle de </a:t>
            </a:r>
            <a:r>
              <a:rPr lang="en-GB"/>
              <a:t>comunicación</a:t>
            </a:r>
            <a:r>
              <a:rPr lang="en-GB"/>
              <a:t> </a:t>
            </a:r>
            <a:r>
              <a:rPr lang="en-GB"/>
              <a:t>serial y los módulos bluetooth HC_05 y HC_06</a:t>
            </a:r>
            <a:endParaRPr/>
          </a:p>
        </p:txBody>
      </p:sp>
      <p:sp>
        <p:nvSpPr>
          <p:cNvPr id="241" name="Google Shape;241;p23"/>
          <p:cNvSpPr txBox="1"/>
          <p:nvPr/>
        </p:nvSpPr>
        <p:spPr>
          <a:xfrm>
            <a:off x="4003325" y="400200"/>
            <a:ext cx="1456800" cy="6156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Comunicación</a:t>
            </a:r>
            <a:r>
              <a:rPr lang="en-GB"/>
              <a:t> USART</a:t>
            </a:r>
            <a:endParaRPr/>
          </a:p>
        </p:txBody>
      </p:sp>
      <p:sp>
        <p:nvSpPr>
          <p:cNvPr id="242" name="Google Shape;242;p23"/>
          <p:cNvSpPr txBox="1"/>
          <p:nvPr/>
        </p:nvSpPr>
        <p:spPr>
          <a:xfrm>
            <a:off x="5713825" y="0"/>
            <a:ext cx="2343600" cy="4002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Conceptos fundamentales</a:t>
            </a:r>
            <a:endParaRPr/>
          </a:p>
        </p:txBody>
      </p:sp>
      <p:sp>
        <p:nvSpPr>
          <p:cNvPr id="243" name="Google Shape;243;p23"/>
          <p:cNvSpPr txBox="1"/>
          <p:nvPr/>
        </p:nvSpPr>
        <p:spPr>
          <a:xfrm>
            <a:off x="5739475" y="616325"/>
            <a:ext cx="1456800" cy="4002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SoftwareSerial</a:t>
            </a:r>
            <a:endParaRPr/>
          </a:p>
        </p:txBody>
      </p:sp>
      <p:cxnSp>
        <p:nvCxnSpPr>
          <p:cNvPr id="244" name="Google Shape;244;p23"/>
          <p:cNvCxnSpPr>
            <a:stCxn id="240" idx="3"/>
            <a:endCxn id="241" idx="1"/>
          </p:cNvCxnSpPr>
          <p:nvPr/>
        </p:nvCxnSpPr>
        <p:spPr>
          <a:xfrm flipH="1" rot="10800000">
            <a:off x="3800600" y="707850"/>
            <a:ext cx="202800" cy="186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5" name="Google Shape;245;p23"/>
          <p:cNvCxnSpPr>
            <a:stCxn id="241" idx="3"/>
            <a:endCxn id="242" idx="1"/>
          </p:cNvCxnSpPr>
          <p:nvPr/>
        </p:nvCxnSpPr>
        <p:spPr>
          <a:xfrm flipH="1" rot="10800000">
            <a:off x="5460125" y="200100"/>
            <a:ext cx="253800" cy="507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6" name="Google Shape;246;p23"/>
          <p:cNvCxnSpPr>
            <a:stCxn id="241" idx="3"/>
            <a:endCxn id="243" idx="1"/>
          </p:cNvCxnSpPr>
          <p:nvPr/>
        </p:nvCxnSpPr>
        <p:spPr>
          <a:xfrm>
            <a:off x="5460125" y="708000"/>
            <a:ext cx="279300" cy="108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7" name="Google Shape;247;p23"/>
          <p:cNvSpPr txBox="1"/>
          <p:nvPr/>
        </p:nvSpPr>
        <p:spPr>
          <a:xfrm>
            <a:off x="4196950" y="2263950"/>
            <a:ext cx="1135800" cy="6156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Módulos</a:t>
            </a:r>
            <a:r>
              <a:rPr lang="en-GB"/>
              <a:t> bluetooth</a:t>
            </a:r>
            <a:endParaRPr/>
          </a:p>
        </p:txBody>
      </p:sp>
      <p:sp>
        <p:nvSpPr>
          <p:cNvPr id="248" name="Google Shape;248;p23"/>
          <p:cNvSpPr txBox="1"/>
          <p:nvPr/>
        </p:nvSpPr>
        <p:spPr>
          <a:xfrm>
            <a:off x="5699250" y="1719538"/>
            <a:ext cx="907800" cy="4002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HC_05</a:t>
            </a:r>
            <a:endParaRPr/>
          </a:p>
        </p:txBody>
      </p:sp>
      <p:sp>
        <p:nvSpPr>
          <p:cNvPr id="249" name="Google Shape;249;p23"/>
          <p:cNvSpPr txBox="1"/>
          <p:nvPr/>
        </p:nvSpPr>
        <p:spPr>
          <a:xfrm>
            <a:off x="5729100" y="2362513"/>
            <a:ext cx="848100" cy="4002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HC_06</a:t>
            </a:r>
            <a:endParaRPr/>
          </a:p>
        </p:txBody>
      </p:sp>
      <p:cxnSp>
        <p:nvCxnSpPr>
          <p:cNvPr id="250" name="Google Shape;250;p23"/>
          <p:cNvCxnSpPr>
            <a:stCxn id="247" idx="3"/>
            <a:endCxn id="248" idx="1"/>
          </p:cNvCxnSpPr>
          <p:nvPr/>
        </p:nvCxnSpPr>
        <p:spPr>
          <a:xfrm flipH="1" rot="10800000">
            <a:off x="5332750" y="1919550"/>
            <a:ext cx="366600" cy="652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1" name="Google Shape;251;p23"/>
          <p:cNvCxnSpPr>
            <a:stCxn id="247" idx="3"/>
            <a:endCxn id="249" idx="1"/>
          </p:cNvCxnSpPr>
          <p:nvPr/>
        </p:nvCxnSpPr>
        <p:spPr>
          <a:xfrm flipH="1" rot="10800000">
            <a:off x="5332750" y="2562750"/>
            <a:ext cx="396300" cy="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2" name="Google Shape;252;p23"/>
          <p:cNvCxnSpPr>
            <a:stCxn id="240" idx="3"/>
            <a:endCxn id="247" idx="1"/>
          </p:cNvCxnSpPr>
          <p:nvPr/>
        </p:nvCxnSpPr>
        <p:spPr>
          <a:xfrm>
            <a:off x="3800600" y="2571750"/>
            <a:ext cx="396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3" name="Google Shape;253;p23"/>
          <p:cNvSpPr txBox="1"/>
          <p:nvPr/>
        </p:nvSpPr>
        <p:spPr>
          <a:xfrm>
            <a:off x="4193575" y="4001125"/>
            <a:ext cx="907800" cy="615600"/>
          </a:xfrm>
          <a:prstGeom prst="rect">
            <a:avLst/>
          </a:prstGeom>
          <a:solidFill>
            <a:srgbClr val="F1C23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MIT app inventor</a:t>
            </a:r>
            <a:endParaRPr/>
          </a:p>
        </p:txBody>
      </p:sp>
      <p:cxnSp>
        <p:nvCxnSpPr>
          <p:cNvPr id="254" name="Google Shape;254;p23"/>
          <p:cNvCxnSpPr>
            <a:stCxn id="240" idx="3"/>
            <a:endCxn id="253" idx="1"/>
          </p:cNvCxnSpPr>
          <p:nvPr/>
        </p:nvCxnSpPr>
        <p:spPr>
          <a:xfrm>
            <a:off x="3800600" y="2571750"/>
            <a:ext cx="393000" cy="1737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5" name="Google Shape;255;p23"/>
          <p:cNvSpPr txBox="1"/>
          <p:nvPr/>
        </p:nvSpPr>
        <p:spPr>
          <a:xfrm>
            <a:off x="5710525" y="3719875"/>
            <a:ext cx="2343600" cy="400200"/>
          </a:xfrm>
          <a:prstGeom prst="rect">
            <a:avLst/>
          </a:prstGeom>
          <a:solidFill>
            <a:srgbClr val="F1C23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Conceptos fundamentales</a:t>
            </a:r>
            <a:endParaRPr/>
          </a:p>
        </p:txBody>
      </p:sp>
      <p:sp>
        <p:nvSpPr>
          <p:cNvPr id="256" name="Google Shape;256;p23"/>
          <p:cNvSpPr txBox="1"/>
          <p:nvPr/>
        </p:nvSpPr>
        <p:spPr>
          <a:xfrm>
            <a:off x="5736250" y="4416750"/>
            <a:ext cx="2457000" cy="400200"/>
          </a:xfrm>
          <a:prstGeom prst="rect">
            <a:avLst/>
          </a:prstGeom>
          <a:solidFill>
            <a:srgbClr val="F1C23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Uso y </a:t>
            </a:r>
            <a:r>
              <a:rPr lang="en-GB"/>
              <a:t>conexión</a:t>
            </a:r>
            <a:r>
              <a:rPr lang="en-GB"/>
              <a:t> con Arduino</a:t>
            </a:r>
            <a:endParaRPr/>
          </a:p>
        </p:txBody>
      </p:sp>
      <p:cxnSp>
        <p:nvCxnSpPr>
          <p:cNvPr id="257" name="Google Shape;257;p23"/>
          <p:cNvCxnSpPr>
            <a:stCxn id="253" idx="3"/>
            <a:endCxn id="255" idx="1"/>
          </p:cNvCxnSpPr>
          <p:nvPr/>
        </p:nvCxnSpPr>
        <p:spPr>
          <a:xfrm flipH="1" rot="10800000">
            <a:off x="5101375" y="3919825"/>
            <a:ext cx="609300" cy="389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8" name="Google Shape;258;p23"/>
          <p:cNvCxnSpPr>
            <a:stCxn id="253" idx="3"/>
            <a:endCxn id="256" idx="1"/>
          </p:cNvCxnSpPr>
          <p:nvPr/>
        </p:nvCxnSpPr>
        <p:spPr>
          <a:xfrm>
            <a:off x="5101375" y="4308925"/>
            <a:ext cx="634800" cy="307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9" name="Google Shape;259;p23"/>
          <p:cNvSpPr txBox="1"/>
          <p:nvPr/>
        </p:nvSpPr>
        <p:spPr>
          <a:xfrm>
            <a:off x="5697625" y="3022963"/>
            <a:ext cx="1540500" cy="4002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Comandos AT</a:t>
            </a:r>
            <a:endParaRPr/>
          </a:p>
        </p:txBody>
      </p:sp>
      <p:cxnSp>
        <p:nvCxnSpPr>
          <p:cNvPr id="260" name="Google Shape;260;p23"/>
          <p:cNvCxnSpPr>
            <a:stCxn id="247" idx="3"/>
            <a:endCxn id="259" idx="1"/>
          </p:cNvCxnSpPr>
          <p:nvPr/>
        </p:nvCxnSpPr>
        <p:spPr>
          <a:xfrm>
            <a:off x="5332750" y="2571750"/>
            <a:ext cx="364800" cy="651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E5CD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4"/>
          <p:cNvSpPr txBox="1"/>
          <p:nvPr/>
        </p:nvSpPr>
        <p:spPr>
          <a:xfrm>
            <a:off x="1962300" y="-4575"/>
            <a:ext cx="491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800" u="sng"/>
              <a:t>Resolución</a:t>
            </a:r>
            <a:r>
              <a:rPr b="1" i="1" lang="en-GB" sz="1800" u="sng"/>
              <a:t> del Trabajo </a:t>
            </a:r>
            <a:r>
              <a:rPr b="1" i="1" lang="en-GB" sz="1800" u="sng"/>
              <a:t>Práctico</a:t>
            </a:r>
            <a:r>
              <a:rPr b="1" i="1" lang="en-GB" sz="1800" u="sng"/>
              <a:t> Integrador</a:t>
            </a:r>
            <a:endParaRPr b="1" i="1" sz="1800" u="sng"/>
          </a:p>
        </p:txBody>
      </p:sp>
      <p:sp>
        <p:nvSpPr>
          <p:cNvPr id="266" name="Google Shape;266;p24"/>
          <p:cNvSpPr/>
          <p:nvPr/>
        </p:nvSpPr>
        <p:spPr>
          <a:xfrm>
            <a:off x="3720275" y="1663975"/>
            <a:ext cx="2097300" cy="1980000"/>
          </a:xfrm>
          <a:prstGeom prst="ellipse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Base de Control</a:t>
            </a:r>
            <a:endParaRPr/>
          </a:p>
        </p:txBody>
      </p:sp>
      <p:cxnSp>
        <p:nvCxnSpPr>
          <p:cNvPr id="267" name="Google Shape;267;p24"/>
          <p:cNvCxnSpPr>
            <a:stCxn id="266" idx="7"/>
            <a:endCxn id="268" idx="1"/>
          </p:cNvCxnSpPr>
          <p:nvPr/>
        </p:nvCxnSpPr>
        <p:spPr>
          <a:xfrm flipH="1" rot="10800000">
            <a:off x="5510433" y="656439"/>
            <a:ext cx="685200" cy="12975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8" name="Google Shape;268;p24"/>
          <p:cNvSpPr/>
          <p:nvPr/>
        </p:nvSpPr>
        <p:spPr>
          <a:xfrm>
            <a:off x="6195625" y="457125"/>
            <a:ext cx="2730000" cy="3984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Comunicaciones</a:t>
            </a:r>
            <a:endParaRPr/>
          </a:p>
        </p:txBody>
      </p:sp>
      <p:sp>
        <p:nvSpPr>
          <p:cNvPr id="269" name="Google Shape;269;p24"/>
          <p:cNvSpPr/>
          <p:nvPr/>
        </p:nvSpPr>
        <p:spPr>
          <a:xfrm>
            <a:off x="7683700" y="1441325"/>
            <a:ext cx="1019400" cy="5127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Bluetooth</a:t>
            </a:r>
            <a:endParaRPr/>
          </a:p>
        </p:txBody>
      </p:sp>
      <p:sp>
        <p:nvSpPr>
          <p:cNvPr id="270" name="Google Shape;270;p24"/>
          <p:cNvSpPr/>
          <p:nvPr/>
        </p:nvSpPr>
        <p:spPr>
          <a:xfrm>
            <a:off x="6246788" y="1445825"/>
            <a:ext cx="1007700" cy="5037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infrarrojo</a:t>
            </a:r>
            <a:endParaRPr/>
          </a:p>
        </p:txBody>
      </p:sp>
      <p:cxnSp>
        <p:nvCxnSpPr>
          <p:cNvPr id="271" name="Google Shape;271;p24"/>
          <p:cNvCxnSpPr>
            <a:stCxn id="268" idx="2"/>
            <a:endCxn id="270" idx="0"/>
          </p:cNvCxnSpPr>
          <p:nvPr/>
        </p:nvCxnSpPr>
        <p:spPr>
          <a:xfrm flipH="1">
            <a:off x="6750625" y="855525"/>
            <a:ext cx="810000" cy="5904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2" name="Google Shape;272;p24"/>
          <p:cNvCxnSpPr>
            <a:stCxn id="268" idx="2"/>
            <a:endCxn id="269" idx="0"/>
          </p:cNvCxnSpPr>
          <p:nvPr/>
        </p:nvCxnSpPr>
        <p:spPr>
          <a:xfrm>
            <a:off x="7560625" y="855525"/>
            <a:ext cx="632700" cy="5859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3" name="Google Shape;273;p24"/>
          <p:cNvCxnSpPr>
            <a:stCxn id="266" idx="1"/>
            <a:endCxn id="274" idx="3"/>
          </p:cNvCxnSpPr>
          <p:nvPr/>
        </p:nvCxnSpPr>
        <p:spPr>
          <a:xfrm rot="10800000">
            <a:off x="2751217" y="1019439"/>
            <a:ext cx="1276200" cy="9345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4" name="Google Shape;274;p24"/>
          <p:cNvSpPr/>
          <p:nvPr/>
        </p:nvSpPr>
        <p:spPr>
          <a:xfrm>
            <a:off x="1052225" y="820350"/>
            <a:ext cx="1698900" cy="3984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Funcionalidades</a:t>
            </a:r>
            <a:endParaRPr/>
          </a:p>
        </p:txBody>
      </p:sp>
      <p:sp>
        <p:nvSpPr>
          <p:cNvPr id="275" name="Google Shape;275;p24"/>
          <p:cNvSpPr/>
          <p:nvPr/>
        </p:nvSpPr>
        <p:spPr>
          <a:xfrm>
            <a:off x="1052225" y="1640500"/>
            <a:ext cx="1698900" cy="3984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Modificar Estado de 6 leds</a:t>
            </a:r>
            <a:endParaRPr/>
          </a:p>
        </p:txBody>
      </p:sp>
      <p:sp>
        <p:nvSpPr>
          <p:cNvPr id="276" name="Google Shape;276;p24"/>
          <p:cNvSpPr/>
          <p:nvPr/>
        </p:nvSpPr>
        <p:spPr>
          <a:xfrm>
            <a:off x="1961525" y="2460650"/>
            <a:ext cx="1698900" cy="3984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Verificar Estado Sensor DTH22</a:t>
            </a:r>
            <a:endParaRPr/>
          </a:p>
        </p:txBody>
      </p:sp>
      <p:sp>
        <p:nvSpPr>
          <p:cNvPr id="277" name="Google Shape;277;p24"/>
          <p:cNvSpPr/>
          <p:nvPr/>
        </p:nvSpPr>
        <p:spPr>
          <a:xfrm>
            <a:off x="3981325" y="4194675"/>
            <a:ext cx="1698900" cy="5127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Interfaces</a:t>
            </a:r>
            <a:endParaRPr/>
          </a:p>
        </p:txBody>
      </p:sp>
      <p:cxnSp>
        <p:nvCxnSpPr>
          <p:cNvPr id="278" name="Google Shape;278;p24"/>
          <p:cNvCxnSpPr>
            <a:stCxn id="266" idx="4"/>
            <a:endCxn id="277" idx="0"/>
          </p:cNvCxnSpPr>
          <p:nvPr/>
        </p:nvCxnSpPr>
        <p:spPr>
          <a:xfrm>
            <a:off x="4768925" y="3643975"/>
            <a:ext cx="61800" cy="5508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9" name="Google Shape;279;p24"/>
          <p:cNvSpPr/>
          <p:nvPr/>
        </p:nvSpPr>
        <p:spPr>
          <a:xfrm>
            <a:off x="6453475" y="3720175"/>
            <a:ext cx="1698900" cy="3984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Pantalla LED 16*2</a:t>
            </a:r>
            <a:endParaRPr/>
          </a:p>
        </p:txBody>
      </p:sp>
      <p:sp>
        <p:nvSpPr>
          <p:cNvPr id="280" name="Google Shape;280;p24"/>
          <p:cNvSpPr/>
          <p:nvPr/>
        </p:nvSpPr>
        <p:spPr>
          <a:xfrm>
            <a:off x="6453475" y="4707375"/>
            <a:ext cx="1698900" cy="3984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Celular</a:t>
            </a:r>
            <a:endParaRPr/>
          </a:p>
        </p:txBody>
      </p:sp>
      <p:cxnSp>
        <p:nvCxnSpPr>
          <p:cNvPr id="281" name="Google Shape;281;p24"/>
          <p:cNvCxnSpPr>
            <a:stCxn id="277" idx="3"/>
            <a:endCxn id="279" idx="1"/>
          </p:cNvCxnSpPr>
          <p:nvPr/>
        </p:nvCxnSpPr>
        <p:spPr>
          <a:xfrm flipH="1" rot="10800000">
            <a:off x="5680225" y="3919425"/>
            <a:ext cx="773400" cy="5316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2" name="Google Shape;282;p24"/>
          <p:cNvCxnSpPr>
            <a:stCxn id="277" idx="3"/>
            <a:endCxn id="280" idx="1"/>
          </p:cNvCxnSpPr>
          <p:nvPr/>
        </p:nvCxnSpPr>
        <p:spPr>
          <a:xfrm>
            <a:off x="5680225" y="4451025"/>
            <a:ext cx="773400" cy="4557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3" name="Google Shape;283;p24"/>
          <p:cNvCxnSpPr>
            <a:stCxn id="269" idx="3"/>
            <a:endCxn id="280" idx="3"/>
          </p:cNvCxnSpPr>
          <p:nvPr/>
        </p:nvCxnSpPr>
        <p:spPr>
          <a:xfrm flipH="1">
            <a:off x="8152300" y="1697675"/>
            <a:ext cx="550800" cy="3208800"/>
          </a:xfrm>
          <a:prstGeom prst="bentConnector3">
            <a:avLst>
              <a:gd fmla="val -43233" name="adj1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4" name="Google Shape;284;p24"/>
          <p:cNvCxnSpPr>
            <a:endCxn id="279" idx="0"/>
          </p:cNvCxnSpPr>
          <p:nvPr/>
        </p:nvCxnSpPr>
        <p:spPr>
          <a:xfrm>
            <a:off x="6750625" y="1949575"/>
            <a:ext cx="552300" cy="17706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5" name="Google Shape;285;p24"/>
          <p:cNvCxnSpPr>
            <a:stCxn id="274" idx="2"/>
            <a:endCxn id="275" idx="0"/>
          </p:cNvCxnSpPr>
          <p:nvPr/>
        </p:nvCxnSpPr>
        <p:spPr>
          <a:xfrm>
            <a:off x="1901675" y="1218750"/>
            <a:ext cx="0" cy="4218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6" name="Google Shape;286;p24"/>
          <p:cNvCxnSpPr>
            <a:stCxn id="275" idx="2"/>
            <a:endCxn id="276" idx="0"/>
          </p:cNvCxnSpPr>
          <p:nvPr/>
        </p:nvCxnSpPr>
        <p:spPr>
          <a:xfrm>
            <a:off x="1901675" y="2038900"/>
            <a:ext cx="909300" cy="4218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7" name="Google Shape;287;p24"/>
          <p:cNvSpPr/>
          <p:nvPr/>
        </p:nvSpPr>
        <p:spPr>
          <a:xfrm>
            <a:off x="1052225" y="3280800"/>
            <a:ext cx="1698900" cy="3984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Manejo de Motor (A elección)</a:t>
            </a:r>
            <a:endParaRPr/>
          </a:p>
        </p:txBody>
      </p:sp>
      <p:sp>
        <p:nvSpPr>
          <p:cNvPr id="288" name="Google Shape;288;p24"/>
          <p:cNvSpPr/>
          <p:nvPr/>
        </p:nvSpPr>
        <p:spPr>
          <a:xfrm>
            <a:off x="202775" y="2460650"/>
            <a:ext cx="810000" cy="3984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Alarma</a:t>
            </a:r>
            <a:endParaRPr/>
          </a:p>
        </p:txBody>
      </p:sp>
      <p:cxnSp>
        <p:nvCxnSpPr>
          <p:cNvPr id="289" name="Google Shape;289;p24"/>
          <p:cNvCxnSpPr>
            <a:stCxn id="276" idx="1"/>
            <a:endCxn id="288" idx="3"/>
          </p:cNvCxnSpPr>
          <p:nvPr/>
        </p:nvCxnSpPr>
        <p:spPr>
          <a:xfrm rot="10800000">
            <a:off x="1012625" y="2659850"/>
            <a:ext cx="948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0" name="Google Shape;290;p24"/>
          <p:cNvCxnSpPr>
            <a:stCxn id="288" idx="2"/>
            <a:endCxn id="287" idx="1"/>
          </p:cNvCxnSpPr>
          <p:nvPr/>
        </p:nvCxnSpPr>
        <p:spPr>
          <a:xfrm>
            <a:off x="607775" y="2859050"/>
            <a:ext cx="444600" cy="6210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2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7" name="Google Shape;29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25"/>
          <p:cNvSpPr txBox="1"/>
          <p:nvPr/>
        </p:nvSpPr>
        <p:spPr>
          <a:xfrm>
            <a:off x="311700" y="1520250"/>
            <a:ext cx="2703600" cy="18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lt1"/>
                </a:solidFill>
              </a:rPr>
              <a:t>Unirse a la conversación en el foro bajo la consigna: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lt1"/>
                </a:solidFill>
              </a:rPr>
              <a:t>¿Qué fue lo que más te interesó del curso? ¿Con que te quedaste con ganas de ver?</a:t>
            </a:r>
            <a:endParaRPr sz="16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